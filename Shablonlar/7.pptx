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020235-9591-47ED-B76C-F2699C5A4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351245" y="-2598471"/>
            <a:ext cx="7385685" cy="1229582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BF2EFD95-F390-4935-9ECE-7AE23D5DEF66}"/>
              </a:ext>
            </a:extLst>
          </p:cNvPr>
          <p:cNvSpPr/>
          <p:nvPr/>
        </p:nvSpPr>
        <p:spPr>
          <a:xfrm>
            <a:off x="3112500" y="1220091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38858FB-85EA-4B16-AC4A-37D3FC7C20E6}"/>
              </a:ext>
            </a:extLst>
          </p:cNvPr>
          <p:cNvSpPr/>
          <p:nvPr/>
        </p:nvSpPr>
        <p:spPr>
          <a:xfrm>
            <a:off x="1860331" y="2364831"/>
            <a:ext cx="8529145" cy="25382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1D44373-4CAB-430F-9899-62D06B25053E}"/>
              </a:ext>
            </a:extLst>
          </p:cNvPr>
          <p:cNvSpPr/>
          <p:nvPr/>
        </p:nvSpPr>
        <p:spPr>
          <a:xfrm>
            <a:off x="5494908" y="5588238"/>
            <a:ext cx="3144596" cy="31102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991C164-9872-4922-BF19-3CA5C1351B66}"/>
              </a:ext>
            </a:extLst>
          </p:cNvPr>
          <p:cNvSpPr/>
          <p:nvPr/>
        </p:nvSpPr>
        <p:spPr>
          <a:xfrm>
            <a:off x="2727434" y="5646602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3954765" y="5152377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5</cp:revision>
  <dcterms:created xsi:type="dcterms:W3CDTF">2025-05-22T08:15:13Z</dcterms:created>
  <dcterms:modified xsi:type="dcterms:W3CDTF">2025-06-01T19:05:33Z</dcterms:modified>
</cp:coreProperties>
</file>