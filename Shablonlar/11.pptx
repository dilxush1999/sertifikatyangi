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AC3408B-649F-42C6-BB99-860B8E3B9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78B4E60D-7791-43BB-96DB-BE696147B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96" y="545275"/>
            <a:ext cx="1850659" cy="136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A342880-BAE3-4402-A9EB-3F3EE257A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643" y="480255"/>
            <a:ext cx="1543049" cy="159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42EAFF96-C6CC-4980-BA21-908B9AF4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B3CAB5B-99FF-412E-AFD9-7343F3B88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86200" algn="l"/>
              </a:tabLst>
            </a:pPr>
            <a:r>
              <a:rPr kumimoji="0" lang="en-US" altLang="ru-RU" sz="1800" b="1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                                 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86200" algn="l"/>
              </a:tabLst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681DE13-41FC-4E51-BFDE-ED29CF9C4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886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86200" algn="l"/>
              </a:tabLst>
            </a:pPr>
            <a:r>
              <a:rPr kumimoji="0" lang="en-US" altLang="ru-RU" sz="18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     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86200" algn="l"/>
              </a:tabLst>
            </a:pP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7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Bodoni MT Black" panose="02070A03080606020203" pitchFamily="18" charset="0"/>
                <a:ea typeface="Times New Roman" panose="02020603050405020304" pitchFamily="18" charset="0"/>
              </a:rPr>
              <a:t>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C05F734-ECFA-435E-BB53-82E1C0A92CB4}"/>
              </a:ext>
            </a:extLst>
          </p:cNvPr>
          <p:cNvSpPr/>
          <p:nvPr/>
        </p:nvSpPr>
        <p:spPr>
          <a:xfrm>
            <a:off x="3350405" y="1529227"/>
            <a:ext cx="5360894" cy="4572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ACB7DA-E924-4609-9F54-1276D92A4539}"/>
              </a:ext>
            </a:extLst>
          </p:cNvPr>
          <p:cNvSpPr/>
          <p:nvPr/>
        </p:nvSpPr>
        <p:spPr>
          <a:xfrm>
            <a:off x="2349062" y="2508367"/>
            <a:ext cx="7363581" cy="221669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126046E-9EC2-418E-8DFA-841540B4EECA}"/>
              </a:ext>
            </a:extLst>
          </p:cNvPr>
          <p:cNvSpPr/>
          <p:nvPr/>
        </p:nvSpPr>
        <p:spPr>
          <a:xfrm>
            <a:off x="6944901" y="5401753"/>
            <a:ext cx="3003143" cy="2634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A18D6C4D-595C-4E06-A26B-06F3155BED62}"/>
              </a:ext>
            </a:extLst>
          </p:cNvPr>
          <p:cNvSpPr/>
          <p:nvPr/>
        </p:nvSpPr>
        <p:spPr>
          <a:xfrm>
            <a:off x="3979109" y="541254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5404758" y="4942987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</Words>
  <Application>Microsoft Office PowerPoint</Application>
  <PresentationFormat>Широкоэкранный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Bodoni MT Black</vt:lpstr>
      <vt:lpstr>Bookman Old Style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2025-05-22T08:15:13Z</dcterms:created>
  <dcterms:modified xsi:type="dcterms:W3CDTF">2025-06-01T19:23:52Z</dcterms:modified>
</cp:coreProperties>
</file>