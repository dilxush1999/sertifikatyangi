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3E31E9-AFDA-4096-AF95-815AF1F18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8D2D8C-25A0-4451-890A-0CD91FBAE3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411741-DF06-4D92-945A-F57997C5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192099-D3C2-4379-B6A7-462A7E85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B1C035-FBA7-4A25-B628-4CD8C1C9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00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A6009-0291-4093-BB5D-103CBC450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910294-B13D-4ED4-B22F-082AB643C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37C7C3-4C4D-4429-884B-E70DA568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211307-4B10-4F13-97FF-E6D7BC1D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E505F4-1D8C-47AF-8B6B-F05109AD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20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B463C-053A-4A06-AA8D-829CB075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6CB961-0EB7-411E-8DBA-C98F091CA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C721B-BD3B-412D-9178-91BA44BF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8A7251-6553-4018-9CDE-DC84E394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359FC3-10C4-4CB0-90B6-E48987FC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17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3FFE4-28CD-48AE-92D7-C7B94E79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87EA25-FA46-445A-BA72-B9766783E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EB9975-61CC-4150-9BED-F8EA5F66D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283731-9C62-4A2F-974E-20F04759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AD1B39-3303-4E2C-95FF-A2157AE6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CB75BE-06E8-4605-8704-21104536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65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B366C-EA15-42B0-A9DA-53B2ADC5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DFEE06-2293-4D56-A201-700DDDDAE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6BC0F7-20DF-4BF6-83A8-4E739B91B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ECCD1A-E6EA-4FAD-AB73-4A0CA760D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6A726EA-EDD0-4CE2-A2FC-D71856AAE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6D4D56-6827-4D4F-BF1D-F248D0FB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7F5192A-1182-4C9E-8BB6-24AE34DA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94E6432-FBC6-4419-B4B3-DB4EBE1B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57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5E3CE-48C8-450A-BD09-08668BCF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BA5AB7-E597-44AB-8D3F-FF12E5FF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29C061-E04E-4CFA-AE26-396915739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876A75-B5AF-412C-AB12-FD68598E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917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091576-B1D6-460D-BD8A-73E808F15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8276E8-95CD-4ECD-9221-5E0B292FB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8467D6-0487-4481-8697-4771C549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06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04C5D-7784-476C-997C-DAE30D96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422464-48FE-4017-B452-5A5CFC410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3CDBB6-936E-4CDD-8B8B-EB4E747EA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A5ED1F-B021-4AA3-92D4-49E84928B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69B4D2-CFFA-4C12-9679-56C41FAA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CBE654-2B5B-43AC-AB6C-AEFB14B2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47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C44FD-F317-4ACA-9D41-D53569A4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B9A0C2F-E29A-45CB-9064-AB781E409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FC70AA-7181-4496-A541-AADA09C14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AB73A2-2A11-4E4B-9C29-058A0333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FD15D1-70CE-41B3-B2D9-9AE7A25A0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5C40D3-78F9-4C83-88AE-66F6C214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67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FF9E4-F7AA-4863-8BAE-BBB6B4556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3CC608-9564-4893-9DBA-E2FC3E212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10946A-D1E0-4723-B213-B67543B5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5C3C6-077F-4A25-B705-A87113F4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9F68AF-A994-4282-8E69-B964360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676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F3D2DA6-815B-417B-B0AB-4A636103D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E330F2-7070-4B8D-A5BF-5DFBE82D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B074A8-5325-418F-8D40-6D70D00B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DBA47-38FF-49B5-B85B-779B2A5CC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3F63D0-5058-4DC9-B49A-EE716FE6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15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007B7-04FA-43FA-9208-9E8E45C8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1033CF-1735-4931-ADAF-5D0F31123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7D2694-611A-481F-BEB7-E16FAFA0C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CFB8B1-524F-473E-8974-1A769E4AF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838F09-62D3-4943-BE0A-E9EB32E31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26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35D1A5-934F-41C8-B2FE-76AE731DB73D}"/>
              </a:ext>
            </a:extLst>
          </p:cNvPr>
          <p:cNvPicPr/>
          <p:nvPr/>
        </p:nvPicPr>
        <p:blipFill rotWithShape="1">
          <a:blip r:embed="rId2"/>
          <a:srcRect l="2091" t="541" r="1751" b="2475"/>
          <a:stretch/>
        </p:blipFill>
        <p:spPr>
          <a:xfrm>
            <a:off x="0" y="-70094"/>
            <a:ext cx="12192000" cy="692809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191B3F-E6B3-4759-98DF-16E816991D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437" t="78031" r="14321" b="9964"/>
          <a:stretch/>
        </p:blipFill>
        <p:spPr>
          <a:xfrm>
            <a:off x="1887131" y="976573"/>
            <a:ext cx="8417738" cy="4834760"/>
          </a:xfrm>
          <a:prstGeom prst="rect">
            <a:avLst/>
          </a:prstGeom>
        </p:spPr>
      </p:pic>
      <p:sp>
        <p:nvSpPr>
          <p:cNvPr id="4" name="Rectangle 8">
            <a:extLst>
              <a:ext uri="{FF2B5EF4-FFF2-40B4-BE49-F238E27FC236}">
                <a16:creationId xmlns:a16="http://schemas.microsoft.com/office/drawing/2014/main" id="{0DC7DF05-F2B4-4F3E-8B33-2E29BE08CD0C}"/>
              </a:ext>
            </a:extLst>
          </p:cNvPr>
          <p:cNvSpPr/>
          <p:nvPr/>
        </p:nvSpPr>
        <p:spPr>
          <a:xfrm>
            <a:off x="3207094" y="1046667"/>
            <a:ext cx="5360894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shablon_nomi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976F28DF-5D1F-4755-AF6E-71654FDAC8B3}"/>
              </a:ext>
            </a:extLst>
          </p:cNvPr>
          <p:cNvSpPr/>
          <p:nvPr/>
        </p:nvSpPr>
        <p:spPr>
          <a:xfrm>
            <a:off x="3026979" y="1679625"/>
            <a:ext cx="5975131" cy="286084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_matni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4D38D446-E25D-4FE4-A5AC-687F8A7FDAA8}"/>
              </a:ext>
            </a:extLst>
          </p:cNvPr>
          <p:cNvSpPr/>
          <p:nvPr/>
        </p:nvSpPr>
        <p:spPr>
          <a:xfrm>
            <a:off x="6944901" y="5157767"/>
            <a:ext cx="3359967" cy="38821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936F615-B855-47C9-AFD5-4001E815000B}"/>
              </a:ext>
            </a:extLst>
          </p:cNvPr>
          <p:cNvSpPr/>
          <p:nvPr/>
        </p:nvSpPr>
        <p:spPr>
          <a:xfrm>
            <a:off x="3105813" y="5293325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1C58F351-54AE-4D70-ABC2-E77143FC3C6F}"/>
              </a:ext>
            </a:extLst>
          </p:cNvPr>
          <p:cNvSpPr/>
          <p:nvPr/>
        </p:nvSpPr>
        <p:spPr>
          <a:xfrm>
            <a:off x="5404758" y="4549814"/>
            <a:ext cx="1540143" cy="12548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0718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</Words>
  <Application>Microsoft Office PowerPoint</Application>
  <PresentationFormat>Широкоэкранный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9</cp:revision>
  <dcterms:created xsi:type="dcterms:W3CDTF">2025-05-22T08:15:13Z</dcterms:created>
  <dcterms:modified xsi:type="dcterms:W3CDTF">2025-06-01T18:50:17Z</dcterms:modified>
</cp:coreProperties>
</file>