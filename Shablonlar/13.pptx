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EB6D8"/>
    <a:srgbClr val="E3E1F0"/>
    <a:srgbClr val="49C2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6" d="100"/>
          <a:sy n="56" d="100"/>
        </p:scale>
        <p:origin x="2621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5229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701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5659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7242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65142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7055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42029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96288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7242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728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2071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837EE3-20CE-4BF4-9F19-FD4B5F31C9AF}" type="datetimeFigureOut">
              <a:rPr lang="ru-RU" smtClean="0"/>
              <a:t>02.06.2025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03636D-9D5C-44A7-ADB3-2E7EC112CEB2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87042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3AE3DBB-E6E9-497B-A7A3-17BC472D144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858000" cy="990600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Горизонтальный свиток 288">
            <a:extLst>
              <a:ext uri="{FF2B5EF4-FFF2-40B4-BE49-F238E27FC236}">
                <a16:creationId xmlns:a16="http://schemas.microsoft.com/office/drawing/2014/main" id="{F1A477E7-D20D-4B32-9E4F-A04B2944BDEF}"/>
              </a:ext>
            </a:extLst>
          </p:cNvPr>
          <p:cNvSpPr/>
          <p:nvPr/>
        </p:nvSpPr>
        <p:spPr>
          <a:xfrm>
            <a:off x="272955" y="8578784"/>
            <a:ext cx="3903260" cy="1268559"/>
          </a:xfrm>
          <a:prstGeom prst="horizontalScroll">
            <a:avLst>
              <a:gd name="adj" fmla="val 21762"/>
            </a:avLst>
          </a:prstGeom>
          <a:solidFill>
            <a:srgbClr val="E3E1F0"/>
          </a:solidFill>
          <a:ln>
            <a:solidFill>
              <a:srgbClr val="BEB6D8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lnSpc>
                <a:spcPct val="115000"/>
              </a:lnSpc>
              <a:spcAft>
                <a:spcPts val="1000"/>
              </a:spcAft>
            </a:pPr>
            <a:r>
              <a:rPr lang="en-US" sz="2800" b="1" cap="all" dirty="0">
                <a:ln w="4496" cap="flat" cmpd="sng" algn="ctr">
                  <a:solidFill>
                    <a:srgbClr val="5C437A"/>
                  </a:solidFill>
                  <a:prstDash val="solid"/>
                  <a:round/>
                </a:ln>
                <a:gradFill>
                  <a:gsLst>
                    <a:gs pos="0">
                      <a:srgbClr val="381563"/>
                    </a:gs>
                    <a:gs pos="43000">
                      <a:srgbClr val="7B34D2"/>
                    </a:gs>
                    <a:gs pos="48000">
                      <a:srgbClr val="7230C3"/>
                    </a:gs>
                    <a:gs pos="100000">
                      <a:srgbClr val="381563"/>
                    </a:gs>
                  </a:gsLst>
                  <a:lin ang="5400000" scaled="0"/>
                </a:gradFill>
                <a:effectLst>
                  <a:reflection blurRad="12700" stA="28000" endPos="45000" dist="1003" dir="5400000" sy="-100000" algn="bl"/>
                </a:effectLst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  <a:endParaRPr lang="ru-RU" sz="1100" dirty="0">
              <a:effectLst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A2624ADA-FEDF-4AE0-9246-C50B9807E01C}"/>
              </a:ext>
            </a:extLst>
          </p:cNvPr>
          <p:cNvSpPr/>
          <p:nvPr/>
        </p:nvSpPr>
        <p:spPr>
          <a:xfrm>
            <a:off x="1080650" y="1034712"/>
            <a:ext cx="4228329" cy="507813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2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2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shablon_nomi</a:t>
            </a:r>
            <a:r>
              <a:rPr lang="en-US" sz="2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9">
            <a:extLst>
              <a:ext uri="{FF2B5EF4-FFF2-40B4-BE49-F238E27FC236}">
                <a16:creationId xmlns:a16="http://schemas.microsoft.com/office/drawing/2014/main" id="{80E31C71-9724-4D77-A4FA-DB564963BB75}"/>
              </a:ext>
            </a:extLst>
          </p:cNvPr>
          <p:cNvSpPr/>
          <p:nvPr/>
        </p:nvSpPr>
        <p:spPr>
          <a:xfrm>
            <a:off x="900752" y="2251881"/>
            <a:ext cx="3562066" cy="440037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ru-RU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spc="-1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{</a:t>
            </a:r>
            <a:r>
              <a:rPr lang="en-US" sz="24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shablon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_matni</a:t>
            </a:r>
            <a:r>
              <a:rPr lang="en-US" sz="24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6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58D9B952-F354-43AC-8A78-E202284F2DB5}"/>
              </a:ext>
            </a:extLst>
          </p:cNvPr>
          <p:cNvSpPr/>
          <p:nvPr/>
        </p:nvSpPr>
        <p:spPr>
          <a:xfrm>
            <a:off x="614149" y="9007522"/>
            <a:ext cx="3452883" cy="354841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taqdirlovchi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1">
            <a:extLst>
              <a:ext uri="{FF2B5EF4-FFF2-40B4-BE49-F238E27FC236}">
                <a16:creationId xmlns:a16="http://schemas.microsoft.com/office/drawing/2014/main" id="{A9584EB7-620D-455D-9D80-25A95390E9E6}"/>
              </a:ext>
            </a:extLst>
          </p:cNvPr>
          <p:cNvSpPr/>
          <p:nvPr/>
        </p:nvSpPr>
        <p:spPr>
          <a:xfrm>
            <a:off x="2064525" y="7376841"/>
            <a:ext cx="1130289" cy="277278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sana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EBEBDC23-603C-4808-85D9-AFFACA98FF26}"/>
              </a:ext>
            </a:extLst>
          </p:cNvPr>
          <p:cNvSpPr/>
          <p:nvPr/>
        </p:nvSpPr>
        <p:spPr>
          <a:xfrm>
            <a:off x="739451" y="6818359"/>
            <a:ext cx="1294062" cy="995836"/>
          </a:xfrm>
          <a:prstGeom prst="rect">
            <a:avLst/>
          </a:prstGeom>
          <a:ln>
            <a:noFill/>
          </a:ln>
        </p:spPr>
        <p:txBody>
          <a:bodyPr vert="horz" lIns="0" tIns="0" rIns="0" bIns="0" rtlCol="0">
            <a:noAutofit/>
          </a:bodyPr>
          <a:lstStyle/>
          <a:p>
            <a:pPr algn="ctr">
              <a:lnSpc>
                <a:spcPct val="107000"/>
              </a:lnSpc>
              <a:spcAft>
                <a:spcPts val="800"/>
              </a:spcAft>
            </a:pPr>
            <a:r>
              <a:rPr lang="en-US" sz="1600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{</a:t>
            </a:r>
            <a:r>
              <a:rPr lang="en-US" sz="160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qr_code</a:t>
            </a:r>
            <a:r>
              <a:rPr lang="en-US" sz="16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}</a:t>
            </a:r>
            <a:endParaRPr lang="ru-RU" sz="1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407185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23</Words>
  <Application>Microsoft Office PowerPoint</Application>
  <PresentationFormat>Лист A4 (210x297 мм)</PresentationFormat>
  <Paragraphs>6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Dilxush Bahodirov</dc:creator>
  <cp:lastModifiedBy>Dilxush Bahodirov</cp:lastModifiedBy>
  <cp:revision>8</cp:revision>
  <dcterms:created xsi:type="dcterms:W3CDTF">2025-05-22T08:15:13Z</dcterms:created>
  <dcterms:modified xsi:type="dcterms:W3CDTF">2025-06-01T19:35:51Z</dcterms:modified>
</cp:coreProperties>
</file>