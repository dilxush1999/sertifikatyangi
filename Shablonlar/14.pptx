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26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2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0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65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24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1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05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2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28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4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8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07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70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1E729C-AD7B-4175-846D-6541B41CBA7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FE233410-D68D-49B1-AFE2-1120548B9801}"/>
              </a:ext>
            </a:extLst>
          </p:cNvPr>
          <p:cNvSpPr/>
          <p:nvPr/>
        </p:nvSpPr>
        <p:spPr>
          <a:xfrm>
            <a:off x="939119" y="2060814"/>
            <a:ext cx="4844956" cy="34044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9FA4564-DC02-4020-B3AE-A15AD26864C8}"/>
              </a:ext>
            </a:extLst>
          </p:cNvPr>
          <p:cNvSpPr/>
          <p:nvPr/>
        </p:nvSpPr>
        <p:spPr>
          <a:xfrm>
            <a:off x="1323833" y="2756848"/>
            <a:ext cx="4408227" cy="321081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8ADC76E-1761-47BA-8BE4-735FDF7A5D22}"/>
              </a:ext>
            </a:extLst>
          </p:cNvPr>
          <p:cNvSpPr/>
          <p:nvPr/>
        </p:nvSpPr>
        <p:spPr>
          <a:xfrm>
            <a:off x="3302621" y="6364197"/>
            <a:ext cx="2974862" cy="25608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DA73A7C-F2A7-4988-9EDF-951CF9D0E790}"/>
              </a:ext>
            </a:extLst>
          </p:cNvPr>
          <p:cNvSpPr/>
          <p:nvPr/>
        </p:nvSpPr>
        <p:spPr>
          <a:xfrm>
            <a:off x="1753214" y="5967667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9F487E3-14D8-46F9-9CF6-C37D5FFB4699}"/>
              </a:ext>
            </a:extLst>
          </p:cNvPr>
          <p:cNvSpPr/>
          <p:nvPr/>
        </p:nvSpPr>
        <p:spPr>
          <a:xfrm>
            <a:off x="4634202" y="696985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22</Words>
  <Application>Microsoft Office PowerPoint</Application>
  <PresentationFormat>Лист A4 (210x297 мм)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2025-05-22T08:15:13Z</dcterms:created>
  <dcterms:modified xsi:type="dcterms:W3CDTF">2025-06-01T19:39:20Z</dcterms:modified>
</cp:coreProperties>
</file>