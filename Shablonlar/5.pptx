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96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A27A77-73B5-417D-BBA1-D301E2357D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D7C1A45-C8D4-4D15-B09A-FB462AFBF9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AB7F2A-495D-4358-81CD-4B403CBB4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548B-6AE9-4760-98EE-431B9FBFE7B5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99BAD1-F443-4DED-B934-24020B6DE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715FB9-793B-465B-AD07-DE64EC76A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AB49D-53D5-45F1-94BC-137D13F5A5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1662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FA94E7-A8AD-4527-852D-01915E613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635DDB-12C0-4A5C-AF20-104767992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A3B767-CEAE-4733-8FFE-15F03ABED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548B-6AE9-4760-98EE-431B9FBFE7B5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E7E0BB-5B62-4BD4-ACF4-60ACF409E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23B028-A2DA-4FBC-955A-C09E8D80A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AB49D-53D5-45F1-94BC-137D13F5A5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3434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A84B38-644D-4009-ACDF-7B5B5262B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DC9F85E-68DC-48ED-BE56-9560014BA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2D6A25-F87D-47ED-8514-46582D476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548B-6AE9-4760-98EE-431B9FBFE7B5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441E55-470C-4984-AF78-D6C884E38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88E152-C99F-4116-8B40-7F1AE0949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AB49D-53D5-45F1-94BC-137D13F5A5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1444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E1165A-28F2-46F6-BBCA-328CB1617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7544E4-483D-4FBB-8B73-DCD1292EFA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2324CCF-C881-4C62-9319-C41444F9E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C6D9F4D-8AA1-456F-8548-6BB211C7B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548B-6AE9-4760-98EE-431B9FBFE7B5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7821FCB-4432-4E83-A839-AC80E8FC0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D6C7AD-0E5B-4B7B-A8BD-047AA3282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AB49D-53D5-45F1-94BC-137D13F5A5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8337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4BE5B0-2AF9-410A-B04E-62001E56E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0378EBE-57BB-47B2-8CAC-684B06DAE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E7078A0-A089-4F9F-ABC9-3A77AAE3AC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55E3392-5514-43DD-A191-44EE38991F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C0C057B-F7ED-4CDE-A250-A6873A8E0D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7A5FC1-F35B-4957-88A5-63E289526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548B-6AE9-4760-98EE-431B9FBFE7B5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A7EE3FE-B270-4E71-8117-B4A4BD7ED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AE6397B-ED11-426C-B71F-56C6BE181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AB49D-53D5-45F1-94BC-137D13F5A5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075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C3768D-2AE7-4ACE-9CBE-A7D568815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316CB1B-76CA-4CB6-A79E-F3A1BC86B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548B-6AE9-4760-98EE-431B9FBFE7B5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4C9A238-EFA8-40FB-8013-1113FAC8B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D469E5C-6C5C-426B-82E0-C769BD952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AB49D-53D5-45F1-94BC-137D13F5A5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2519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6195EBB-3B9F-46FF-99BC-F0E65359B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548B-6AE9-4760-98EE-431B9FBFE7B5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B744770-4B59-4E93-87CE-5DD6310BE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034D6E5-E24E-43A3-85DA-AA9E053C3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AB49D-53D5-45F1-94BC-137D13F5A5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2015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83811A-154A-4859-8D11-559BE9DC4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68A596-48B9-4CBE-9BA2-55EA5A94C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A209CE8-C7F6-4FA0-92EA-A9001C2D7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571778B-D5C9-4E97-A5DF-3E2BA87F5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548B-6AE9-4760-98EE-431B9FBFE7B5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04AFD25-C1A5-4FB0-AEFB-0875474E2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FC60371-5924-4937-AAAD-90C865F16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AB49D-53D5-45F1-94BC-137D13F5A5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2099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0CB2BA-3095-4BCD-B580-4976ECBD9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F0A1B55-6165-49A5-B5B8-CC3557117B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4BD87B0-9B0E-44E3-961A-F3122B22E6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BC18D86-281E-4FAF-8D84-74516F80F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548B-6AE9-4760-98EE-431B9FBFE7B5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B137BBB-95E6-4BB3-B920-8F5402089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88EDC59-F878-4C26-9808-07BB59394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AB49D-53D5-45F1-94BC-137D13F5A5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9001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CC323E-71BB-4DAA-A707-7201805E8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97A01A3-B986-4A33-97A2-17D5AFC65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C089C7-22B7-43B7-B0F3-6C8A5E992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548B-6AE9-4760-98EE-431B9FBFE7B5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39E56A-89EC-441A-9940-9AC8B66DE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B9B7FE-00A5-4BAC-8BB9-05C5DA459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AB49D-53D5-45F1-94BC-137D13F5A5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5789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4072576-72AA-412E-A024-CF069014D3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7D9F9C2-B609-4F5A-9E8D-25297EF883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8A2DEE-AEB8-45EB-8F75-FAAC014F4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548B-6AE9-4760-98EE-431B9FBFE7B5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231F33-067F-4F70-9DEC-4CB476A50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A054D3C-6625-4BE6-88DB-6B1DEDD5D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AB49D-53D5-45F1-94BC-137D13F5A5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7468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71A1F0-6488-47FF-8F05-063ADACE3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B8BC74A-C703-4C13-9B66-687B24122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14EA2E-A911-4904-8650-E63D2F759E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41548B-6AE9-4760-98EE-431B9FBFE7B5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83CF6E-887F-4FBB-BB70-74A2F32560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2BE948-F970-4F32-B062-10462DE4A3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0AB49D-53D5-45F1-94BC-137D13F5A5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5277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9">
            <a:extLst>
              <a:ext uri="{FF2B5EF4-FFF2-40B4-BE49-F238E27FC236}">
                <a16:creationId xmlns:a16="http://schemas.microsoft.com/office/drawing/2014/main" id="{51D86E84-D0A1-4726-B41B-150A4A85D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6" y="67692"/>
            <a:ext cx="12106274" cy="6714108"/>
          </a:xfrm>
          <a:prstGeom prst="rect">
            <a:avLst/>
          </a:prstGeom>
          <a:gradFill rotWithShape="1">
            <a:gsLst>
              <a:gs pos="0">
                <a:srgbClr val="00B0F0"/>
              </a:gs>
              <a:gs pos="63000">
                <a:schemeClr val="bg1"/>
              </a:gs>
              <a:gs pos="38000">
                <a:schemeClr val="bg1"/>
              </a:gs>
              <a:gs pos="100000">
                <a:srgbClr val="00FF00"/>
              </a:gs>
            </a:gsLst>
            <a:lin ang="5400000" scaled="1"/>
          </a:gradFill>
          <a:ln w="127000" cmpd="tri">
            <a:solidFill>
              <a:srgbClr val="000099"/>
            </a:solidFill>
            <a:miter lim="800000"/>
            <a:headEnd/>
            <a:tailEnd/>
          </a:ln>
          <a:effectLst/>
        </p:spPr>
        <p:txBody>
          <a:bodyPr lIns="92546" tIns="46273" rIns="92546" bIns="46273"/>
          <a:lstStyle/>
          <a:p>
            <a:pPr algn="ctr" defTabSz="915988">
              <a:defRPr/>
            </a:pPr>
            <a:endParaRPr lang="en-US" sz="2400" b="1" i="1" dirty="0">
              <a:solidFill>
                <a:srgbClr val="000099"/>
              </a:solidFill>
              <a:latin typeface="Arial" charset="0"/>
            </a:endParaRPr>
          </a:p>
          <a:p>
            <a:pPr algn="ctr" defTabSz="915988">
              <a:defRPr/>
            </a:pPr>
            <a:endParaRPr lang="en-US" sz="2000" b="1" i="1" dirty="0">
              <a:latin typeface="Bookman Old Style" panose="02050604050505020204" pitchFamily="18" charset="0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1F2DBB6F-BBD9-4E08-83A7-4C14F53E0B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325099" y="138329"/>
            <a:ext cx="1558469" cy="15705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9455A54B-6AE9-4CE5-BA55-B16CB2D453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/>
          <a:srcRect t="14045"/>
          <a:stretch/>
        </p:blipFill>
        <p:spPr bwMode="auto">
          <a:xfrm>
            <a:off x="308431" y="175722"/>
            <a:ext cx="1720394" cy="15331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91463743-CC90-451C-B359-6D306F891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602" y="5343999"/>
            <a:ext cx="1848052" cy="1338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5DE5D8E4-4A1D-4C4B-B350-CE5BC9D23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9129" y="5343998"/>
            <a:ext cx="2007145" cy="1338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8">
            <a:extLst>
              <a:ext uri="{FF2B5EF4-FFF2-40B4-BE49-F238E27FC236}">
                <a16:creationId xmlns:a16="http://schemas.microsoft.com/office/drawing/2014/main" id="{FC79D40D-B691-4355-8EA3-F3E1DA044151}"/>
              </a:ext>
            </a:extLst>
          </p:cNvPr>
          <p:cNvSpPr/>
          <p:nvPr/>
        </p:nvSpPr>
        <p:spPr>
          <a:xfrm>
            <a:off x="3415553" y="942292"/>
            <a:ext cx="5360894" cy="37230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2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shablon_nomi</a:t>
            </a:r>
            <a:r>
              <a:rPr lang="en-US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02D56BC2-CB7F-48BE-949A-E0BF592ADC27}"/>
              </a:ext>
            </a:extLst>
          </p:cNvPr>
          <p:cNvSpPr/>
          <p:nvPr/>
        </p:nvSpPr>
        <p:spPr>
          <a:xfrm>
            <a:off x="2506717" y="2583462"/>
            <a:ext cx="7818382" cy="1957006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4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shablon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_matni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385E8C7D-ECD5-4D35-B364-02455FD896D2}"/>
              </a:ext>
            </a:extLst>
          </p:cNvPr>
          <p:cNvSpPr/>
          <p:nvPr/>
        </p:nvSpPr>
        <p:spPr>
          <a:xfrm>
            <a:off x="5590270" y="5446450"/>
            <a:ext cx="3744933" cy="34101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61BF6ADD-4C49-4107-AA0B-DE56DB55F0EC}"/>
              </a:ext>
            </a:extLst>
          </p:cNvPr>
          <p:cNvSpPr/>
          <p:nvPr/>
        </p:nvSpPr>
        <p:spPr>
          <a:xfrm>
            <a:off x="2686356" y="5534806"/>
            <a:ext cx="1540142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1C58F351-54AE-4D70-ABC2-E77143FC3C6F}"/>
              </a:ext>
            </a:extLst>
          </p:cNvPr>
          <p:cNvSpPr/>
          <p:nvPr/>
        </p:nvSpPr>
        <p:spPr>
          <a:xfrm>
            <a:off x="4050128" y="5002383"/>
            <a:ext cx="1540143" cy="125484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4448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</Words>
  <Application>Microsoft Office PowerPoint</Application>
  <PresentationFormat>Широкоэкранный</PresentationFormat>
  <Paragraphs>5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Bookman Old Style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5</cp:revision>
  <dcterms:created xsi:type="dcterms:W3CDTF">2025-05-22T08:38:24Z</dcterms:created>
  <dcterms:modified xsi:type="dcterms:W3CDTF">2025-06-01T19:00:10Z</dcterms:modified>
</cp:coreProperties>
</file>