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E4C63E-C3DF-41CD-83E0-AA6277116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098" y="-71958"/>
            <a:ext cx="12300098" cy="7416824"/>
          </a:xfrm>
          <a:prstGeom prst="rect">
            <a:avLst/>
          </a:prstGeom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C029F104-6258-4789-A9A8-5C993EEF92CA}"/>
              </a:ext>
            </a:extLst>
          </p:cNvPr>
          <p:cNvSpPr/>
          <p:nvPr/>
        </p:nvSpPr>
        <p:spPr>
          <a:xfrm>
            <a:off x="3361504" y="1185452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421A9C2-F4C7-4592-AC7F-51C3A98DDFA8}"/>
              </a:ext>
            </a:extLst>
          </p:cNvPr>
          <p:cNvSpPr/>
          <p:nvPr/>
        </p:nvSpPr>
        <p:spPr>
          <a:xfrm>
            <a:off x="2806262" y="1955517"/>
            <a:ext cx="6621517" cy="258495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C294E0-4152-451C-ADB5-5D4042D01A9B}"/>
              </a:ext>
            </a:extLst>
          </p:cNvPr>
          <p:cNvSpPr/>
          <p:nvPr/>
        </p:nvSpPr>
        <p:spPr>
          <a:xfrm>
            <a:off x="7045154" y="4902483"/>
            <a:ext cx="2571812" cy="25265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9DFC663-5524-4A1F-9AD2-D0437F3D54A9}"/>
              </a:ext>
            </a:extLst>
          </p:cNvPr>
          <p:cNvSpPr/>
          <p:nvPr/>
        </p:nvSpPr>
        <p:spPr>
          <a:xfrm>
            <a:off x="4278154" y="4963690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5505011" y="4530167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5</cp:revision>
  <dcterms:created xsi:type="dcterms:W3CDTF">2025-05-22T08:15:13Z</dcterms:created>
  <dcterms:modified xsi:type="dcterms:W3CDTF">2025-06-01T19:01:37Z</dcterms:modified>
</cp:coreProperties>
</file>