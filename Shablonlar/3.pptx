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1DBC486-7047-43F9-99F2-56B515699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220123D-A2C5-43F3-92B9-D33284E6D903}"/>
              </a:ext>
            </a:extLst>
          </p:cNvPr>
          <p:cNvSpPr/>
          <p:nvPr/>
        </p:nvSpPr>
        <p:spPr>
          <a:xfrm>
            <a:off x="3459345" y="1503882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FDA26D0-8DED-49C4-BC49-4A915C60BA6E}"/>
              </a:ext>
            </a:extLst>
          </p:cNvPr>
          <p:cNvSpPr/>
          <p:nvPr/>
        </p:nvSpPr>
        <p:spPr>
          <a:xfrm>
            <a:off x="3704896" y="2009989"/>
            <a:ext cx="4698125" cy="25922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6BDA961-816D-4607-9E33-01C447CB0980}"/>
              </a:ext>
            </a:extLst>
          </p:cNvPr>
          <p:cNvSpPr/>
          <p:nvPr/>
        </p:nvSpPr>
        <p:spPr>
          <a:xfrm>
            <a:off x="2937274" y="476918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6C10349-D5E8-451D-91E9-1F4DAE0FFCB1}"/>
              </a:ext>
            </a:extLst>
          </p:cNvPr>
          <p:cNvSpPr/>
          <p:nvPr/>
        </p:nvSpPr>
        <p:spPr>
          <a:xfrm>
            <a:off x="5912084" y="4901744"/>
            <a:ext cx="3709822" cy="2458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319771" y="4468910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2025-05-22T08:15:13Z</dcterms:created>
  <dcterms:modified xsi:type="dcterms:W3CDTF">2025-06-01T18:55:35Z</dcterms:modified>
</cp:coreProperties>
</file>