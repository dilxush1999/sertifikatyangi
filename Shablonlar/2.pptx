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C1EF97C-5949-4744-A876-4C87869F5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66999" y="-2667000"/>
            <a:ext cx="6858001" cy="12192000"/>
          </a:xfrm>
          <a:prstGeom prst="rect">
            <a:avLst/>
          </a:prstGeom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4311BD73-55E5-4828-B947-7788BAB5D0F8}"/>
              </a:ext>
            </a:extLst>
          </p:cNvPr>
          <p:cNvSpPr/>
          <p:nvPr/>
        </p:nvSpPr>
        <p:spPr>
          <a:xfrm>
            <a:off x="3207094" y="1172793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2EE093DB-AE7D-49A6-83E7-0CD2AD61D5E0}"/>
              </a:ext>
            </a:extLst>
          </p:cNvPr>
          <p:cNvSpPr/>
          <p:nvPr/>
        </p:nvSpPr>
        <p:spPr>
          <a:xfrm>
            <a:off x="2632840" y="1726923"/>
            <a:ext cx="6826469" cy="28608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FEEA841-8B97-4D8B-B4ED-F9DF0AC5BA52}"/>
              </a:ext>
            </a:extLst>
          </p:cNvPr>
          <p:cNvSpPr/>
          <p:nvPr/>
        </p:nvSpPr>
        <p:spPr>
          <a:xfrm>
            <a:off x="1939154" y="5047206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99893645-34F3-4416-B021-C2B63BCC60B7}"/>
              </a:ext>
            </a:extLst>
          </p:cNvPr>
          <p:cNvSpPr/>
          <p:nvPr/>
        </p:nvSpPr>
        <p:spPr>
          <a:xfrm>
            <a:off x="5188599" y="5173535"/>
            <a:ext cx="3379389" cy="36016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75D61B6-E754-44AD-BFAB-79CD22CC7265}"/>
              </a:ext>
            </a:extLst>
          </p:cNvPr>
          <p:cNvSpPr/>
          <p:nvPr/>
        </p:nvSpPr>
        <p:spPr>
          <a:xfrm>
            <a:off x="3479297" y="4769594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5</cp:revision>
  <dcterms:created xsi:type="dcterms:W3CDTF">2025-05-22T08:15:13Z</dcterms:created>
  <dcterms:modified xsi:type="dcterms:W3CDTF">2025-06-01T18:51:30Z</dcterms:modified>
</cp:coreProperties>
</file>