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262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22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01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65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24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51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05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02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28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242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28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071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70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BD8274A-24A6-4D28-BFD6-23244E83DC3A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63"/>
          <a:stretch/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B602F3DD-273E-46D7-9A36-6823B4AFBBF2}"/>
              </a:ext>
            </a:extLst>
          </p:cNvPr>
          <p:cNvSpPr/>
          <p:nvPr/>
        </p:nvSpPr>
        <p:spPr>
          <a:xfrm>
            <a:off x="1487606" y="2068996"/>
            <a:ext cx="4026089" cy="50958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B0897198-64FD-4E02-97E3-DC32D8E78F07}"/>
              </a:ext>
            </a:extLst>
          </p:cNvPr>
          <p:cNvSpPr/>
          <p:nvPr/>
        </p:nvSpPr>
        <p:spPr>
          <a:xfrm>
            <a:off x="1487606" y="3248167"/>
            <a:ext cx="3807725" cy="299261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BA75007-B067-4CDC-94ED-960FE6314F36}"/>
              </a:ext>
            </a:extLst>
          </p:cNvPr>
          <p:cNvSpPr/>
          <p:nvPr/>
        </p:nvSpPr>
        <p:spPr>
          <a:xfrm>
            <a:off x="1657154" y="7074633"/>
            <a:ext cx="2778368" cy="25265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1C58F351-54AE-4D70-ABC2-E77143FC3C6F}"/>
              </a:ext>
            </a:extLst>
          </p:cNvPr>
          <p:cNvSpPr/>
          <p:nvPr/>
        </p:nvSpPr>
        <p:spPr>
          <a:xfrm>
            <a:off x="5072564" y="8262262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81B477E-6DB1-4416-9CB9-3A10EC4D9708}"/>
              </a:ext>
            </a:extLst>
          </p:cNvPr>
          <p:cNvSpPr/>
          <p:nvPr/>
        </p:nvSpPr>
        <p:spPr>
          <a:xfrm>
            <a:off x="1739042" y="6790690"/>
            <a:ext cx="1126988" cy="25265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22</Words>
  <Application>Microsoft Office PowerPoint</Application>
  <PresentationFormat>Лист A4 (210x297 мм)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7</cp:revision>
  <dcterms:created xsi:type="dcterms:W3CDTF">2025-05-22T08:15:13Z</dcterms:created>
  <dcterms:modified xsi:type="dcterms:W3CDTF">2025-06-01T19:30:16Z</dcterms:modified>
</cp:coreProperties>
</file>