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96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3E31E9-AFDA-4096-AF95-815AF1F186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18D2D8C-25A0-4451-890A-0CD91FBAE3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7411741-DF06-4D92-945A-F57997C59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2192099-D3C2-4379-B6A7-462A7E854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1B1C035-FBA7-4A25-B628-4CD8C1C94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0001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0A6009-0291-4093-BB5D-103CBC450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910294-B13D-4ED4-B22F-082AB643C3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937C7C3-4C4D-4429-884B-E70DA5683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6211307-4B10-4F13-97FF-E6D7BC1DF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9E505F4-1D8C-47AF-8B6B-F05109AD5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3206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8B463C-053A-4A06-AA8D-829CB0757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F6CB961-0EB7-411E-8DBA-C98F091CA6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3C721B-BD3B-412D-9178-91BA44BF1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88A7251-6553-4018-9CDE-DC84E394C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3359FC3-10C4-4CB0-90B6-E48987FC4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1171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F3FFE4-28CD-48AE-92D7-C7B94E792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87EA25-FA46-445A-BA72-B9766783ED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DEB9975-61CC-4150-9BED-F8EA5F66DC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7283731-9C62-4A2F-974E-20F047592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8AD1B39-3303-4E2C-95FF-A2157AE66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5CB75BE-06E8-4605-8704-21104536D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2656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EB366C-EA15-42B0-A9DA-53B2ADC56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3DFEE06-2293-4D56-A201-700DDDDAE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16BC0F7-20DF-4BF6-83A8-4E739B91BF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4ECCD1A-E6EA-4FAD-AB73-4A0CA760DF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6A726EA-EDD0-4CE2-A2FC-D71856AAE3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F6D4D56-6827-4D4F-BF1D-F248D0FBC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7F5192A-1182-4C9E-8BB6-24AE34DA4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94E6432-FBC6-4419-B4B3-DB4EBE1B9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257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C5E3CE-48C8-450A-BD09-08668BCFF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1BA5AB7-E597-44AB-8D3F-FF12E5FF2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029C061-E04E-4CFA-AE26-396915739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B876A75-B5AF-412C-AB12-FD68598E8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8917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6091576-B1D6-460D-BD8A-73E808F15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B8276E8-95CD-4ECD-9221-5E0B292FB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D8467D6-0487-4481-8697-4771C549A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5066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F04C5D-7784-476C-997C-DAE30D965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422464-48FE-4017-B452-5A5CFC4108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63CDBB6-936E-4CDD-8B8B-EB4E747EA6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CA5ED1F-B021-4AA3-92D4-49E84928B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469B4D2-CFFA-4C12-9679-56C41FAAD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9CBE654-2B5B-43AC-AB6C-AEFB14B2C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6473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7C44FD-F317-4ACA-9D41-D53569A4A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B9A0C2F-E29A-45CB-9064-AB781E409F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5FC70AA-7181-4496-A541-AADA09C147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EAB73A2-2A11-4E4B-9C29-058A03333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BFD15D1-70CE-41B3-B2D9-9AE7A25A0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65C40D3-78F9-4C83-88AE-66F6C214F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7670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9FF9E4-F7AA-4863-8BAE-BBB6B4556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B3CC608-9564-4893-9DBA-E2FC3E2123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810946A-D1E0-4723-B213-B67543B57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BD5C3C6-077F-4A25-B705-A87113F4D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B9F68AF-A994-4282-8E69-B96436095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1676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F3D2DA6-815B-417B-B0AB-4A636103D5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0E330F2-7070-4B8D-A5BF-5DFBE82DB3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2B074A8-5325-418F-8D40-6D70D00BB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FDBA47-38FF-49B5-B85B-779B2A5CC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A3F63D0-5058-4DC9-B49A-EE716FE65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0157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3007B7-04FA-43FA-9208-9E8E45C88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91033CF-1735-4931-ADAF-5D0F31123B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7D2694-611A-481F-BEB7-E16FAFA0CF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837EE3-20CE-4BF4-9F19-FD4B5F31C9AF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4CFB8B1-524F-473E-8974-1A769E4AF1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6838F09-62D3-4943-BE0A-E9EB32E31C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2267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6301005-4FD5-4D2E-91E7-3E3ED97357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3433" y="-2640570"/>
            <a:ext cx="6857999" cy="1213913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8">
            <a:extLst>
              <a:ext uri="{FF2B5EF4-FFF2-40B4-BE49-F238E27FC236}">
                <a16:creationId xmlns:a16="http://schemas.microsoft.com/office/drawing/2014/main" id="{7682247C-FED5-4E2E-9E04-0212D9636B55}"/>
              </a:ext>
            </a:extLst>
          </p:cNvPr>
          <p:cNvSpPr/>
          <p:nvPr/>
        </p:nvSpPr>
        <p:spPr>
          <a:xfrm>
            <a:off x="3033673" y="841715"/>
            <a:ext cx="5360894" cy="37230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2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shablon_nomi</a:t>
            </a:r>
            <a:r>
              <a:rPr lang="en-US" sz="2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63D027E2-1EA7-4740-810A-C3ED54903794}"/>
              </a:ext>
            </a:extLst>
          </p:cNvPr>
          <p:cNvSpPr/>
          <p:nvPr/>
        </p:nvSpPr>
        <p:spPr>
          <a:xfrm>
            <a:off x="2002221" y="1537734"/>
            <a:ext cx="8040414" cy="342840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24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en-US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shablon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_matni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6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C80C7AB4-C389-43FF-B336-C507D15FF0EE}"/>
              </a:ext>
            </a:extLst>
          </p:cNvPr>
          <p:cNvSpPr/>
          <p:nvPr/>
        </p:nvSpPr>
        <p:spPr>
          <a:xfrm>
            <a:off x="3259271" y="5416775"/>
            <a:ext cx="2008853" cy="30507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sana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CA1F7F43-68C7-4847-A51F-01C3F4B88C35}"/>
              </a:ext>
            </a:extLst>
          </p:cNvPr>
          <p:cNvSpPr/>
          <p:nvPr/>
        </p:nvSpPr>
        <p:spPr>
          <a:xfrm>
            <a:off x="6398351" y="5348594"/>
            <a:ext cx="3644284" cy="30507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taqdirlovchi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1C58F351-54AE-4D70-ABC2-E77143FC3C6F}"/>
              </a:ext>
            </a:extLst>
          </p:cNvPr>
          <p:cNvSpPr/>
          <p:nvPr/>
        </p:nvSpPr>
        <p:spPr>
          <a:xfrm>
            <a:off x="4858208" y="4934605"/>
            <a:ext cx="1540143" cy="125484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qr_code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407185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Широкоэкранный</PresentationFormat>
  <Paragraphs>5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Dilxush Bahodirov</dc:creator>
  <cp:lastModifiedBy>Dilxush Bahodirov</cp:lastModifiedBy>
  <cp:revision>5</cp:revision>
  <dcterms:created xsi:type="dcterms:W3CDTF">2025-05-22T08:15:13Z</dcterms:created>
  <dcterms:modified xsi:type="dcterms:W3CDTF">2025-06-01T18:57:27Z</dcterms:modified>
</cp:coreProperties>
</file>