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1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316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2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41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27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71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11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64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38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483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34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23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49244854-36DB-41FD-8586-B73B9DFCC3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2FDFCBE6-4DE7-4C74-A296-6D95DECD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4000" y="43934"/>
            <a:ext cx="184325" cy="33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5629427F-6BFE-440A-9CDB-CD0D553BF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70405"/>
            <a:ext cx="18432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1100">
              <a:solidFill>
                <a:srgbClr val="00000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ru-RU" altLang="ru-RU" sz="110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2BD531FB-BB7B-4412-9C9E-57888387DFBC}"/>
              </a:ext>
            </a:extLst>
          </p:cNvPr>
          <p:cNvSpPr/>
          <p:nvPr/>
        </p:nvSpPr>
        <p:spPr>
          <a:xfrm>
            <a:off x="1552574" y="2705100"/>
            <a:ext cx="5229225" cy="43223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D31C9C77-EBF4-4793-8C52-4EEDEA816D25}"/>
              </a:ext>
            </a:extLst>
          </p:cNvPr>
          <p:cNvSpPr/>
          <p:nvPr/>
        </p:nvSpPr>
        <p:spPr>
          <a:xfrm>
            <a:off x="1266825" y="3351486"/>
            <a:ext cx="5373300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7B56D81-1719-4814-8058-31B9AE54B727}"/>
              </a:ext>
            </a:extLst>
          </p:cNvPr>
          <p:cNvSpPr/>
          <p:nvPr/>
        </p:nvSpPr>
        <p:spPr>
          <a:xfrm>
            <a:off x="2217471" y="5074564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FBC74D4-2BD8-4450-923D-4D41FA15BD43}"/>
              </a:ext>
            </a:extLst>
          </p:cNvPr>
          <p:cNvSpPr/>
          <p:nvPr/>
        </p:nvSpPr>
        <p:spPr>
          <a:xfrm>
            <a:off x="435716" y="462210"/>
            <a:ext cx="1540143" cy="120466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06758E75-36D9-4626-A3F7-A85F9F3B99C6}"/>
              </a:ext>
            </a:extLst>
          </p:cNvPr>
          <p:cNvSpPr/>
          <p:nvPr/>
        </p:nvSpPr>
        <p:spPr>
          <a:xfrm>
            <a:off x="4918841" y="5131714"/>
            <a:ext cx="2680138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10</cp:revision>
  <dcterms:created xsi:type="dcterms:W3CDTF">2025-05-19T15:28:49Z</dcterms:created>
  <dcterms:modified xsi:type="dcterms:W3CDTF">2025-06-01T18:32:59Z</dcterms:modified>
</cp:coreProperties>
</file>