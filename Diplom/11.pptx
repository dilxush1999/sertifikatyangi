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127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1607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765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8294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2801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724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054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537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586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20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5379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6550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FF2B5EF4-FFF2-40B4-BE49-F238E27FC236}">
                <a16:creationId xmlns:a16="http://schemas.microsoft.com/office/drawing/2014/main" id="{79090194-0454-4371-86C0-EE5BCF6F40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9144001" cy="6858000"/>
          </a:xfrm>
          <a:prstGeom prst="rect">
            <a:avLst/>
          </a:prstGeom>
        </p:spPr>
      </p:pic>
      <p:sp>
        <p:nvSpPr>
          <p:cNvPr id="2" name="Rectangle 9">
            <a:extLst>
              <a:ext uri="{FF2B5EF4-FFF2-40B4-BE49-F238E27FC236}">
                <a16:creationId xmlns:a16="http://schemas.microsoft.com/office/drawing/2014/main" id="{676164D4-77FC-4FF8-A381-88D0ADAC3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32950"/>
            <a:ext cx="158011" cy="335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/>
          </a:p>
        </p:txBody>
      </p:sp>
      <p:sp>
        <p:nvSpPr>
          <p:cNvPr id="11" name="Rectangle 16">
            <a:extLst>
              <a:ext uri="{FF2B5EF4-FFF2-40B4-BE49-F238E27FC236}">
                <a16:creationId xmlns:a16="http://schemas.microsoft.com/office/drawing/2014/main" id="{D30563A5-46A2-4E4D-91F5-73040E87F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85802" y="133075"/>
            <a:ext cx="158011" cy="530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825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ru-RU" altLang="ru-RU" sz="825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ru-RU" altLang="ru-RU" sz="1350"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5C109B71-C02A-4EF1-BF3F-4DFFF842344D}"/>
              </a:ext>
            </a:extLst>
          </p:cNvPr>
          <p:cNvSpPr/>
          <p:nvPr/>
        </p:nvSpPr>
        <p:spPr>
          <a:xfrm>
            <a:off x="1247775" y="2631914"/>
            <a:ext cx="6191249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9CBC5664-45F5-4B05-A90E-A74EB39E9954}"/>
              </a:ext>
            </a:extLst>
          </p:cNvPr>
          <p:cNvSpPr/>
          <p:nvPr/>
        </p:nvSpPr>
        <p:spPr>
          <a:xfrm>
            <a:off x="1724040" y="3247692"/>
            <a:ext cx="539113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E99AD0F2-1F54-418C-B7BE-79131A9D6297}"/>
              </a:ext>
            </a:extLst>
          </p:cNvPr>
          <p:cNvSpPr/>
          <p:nvPr/>
        </p:nvSpPr>
        <p:spPr>
          <a:xfrm>
            <a:off x="1697385" y="5594824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2C66FFD1-6C26-4EFA-980E-BAAF4C82EDF9}"/>
              </a:ext>
            </a:extLst>
          </p:cNvPr>
          <p:cNvSpPr/>
          <p:nvPr/>
        </p:nvSpPr>
        <p:spPr>
          <a:xfrm>
            <a:off x="7312896" y="288170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F1F049DA-1D54-400D-AC61-456D408663FD}"/>
              </a:ext>
            </a:extLst>
          </p:cNvPr>
          <p:cNvSpPr/>
          <p:nvPr/>
        </p:nvSpPr>
        <p:spPr>
          <a:xfrm>
            <a:off x="4887614" y="5607638"/>
            <a:ext cx="3625764" cy="25265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20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9</cp:revision>
  <dcterms:created xsi:type="dcterms:W3CDTF">2025-05-19T15:28:49Z</dcterms:created>
  <dcterms:modified xsi:type="dcterms:W3CDTF">2025-06-01T18:37:11Z</dcterms:modified>
</cp:coreProperties>
</file>