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93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20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0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97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68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343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67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01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09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382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70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26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09C902D5-6453-4BCF-800B-D2BCE3AE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1"/>
            <a:ext cx="157993" cy="402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9445F9C3-2F7E-4B91-A292-17259737CF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673CAA8-2E97-4A9C-ADC3-B7777D50A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1" y="134613"/>
            <a:ext cx="15799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10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110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EC2E3B8C-0B5D-44A9-BF42-01460F61FF1F}"/>
              </a:ext>
            </a:extLst>
          </p:cNvPr>
          <p:cNvSpPr/>
          <p:nvPr/>
        </p:nvSpPr>
        <p:spPr>
          <a:xfrm>
            <a:off x="157994" y="2911064"/>
            <a:ext cx="5080756" cy="4660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899779D3-4792-4F33-86E4-C900916B2611}"/>
              </a:ext>
            </a:extLst>
          </p:cNvPr>
          <p:cNvSpPr/>
          <p:nvPr/>
        </p:nvSpPr>
        <p:spPr>
          <a:xfrm>
            <a:off x="465744" y="3499935"/>
            <a:ext cx="4239606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66F21A69-0C30-4964-AA52-9EC11E699BE2}"/>
              </a:ext>
            </a:extLst>
          </p:cNvPr>
          <p:cNvSpPr/>
          <p:nvPr/>
        </p:nvSpPr>
        <p:spPr>
          <a:xfrm>
            <a:off x="2585545" y="5973539"/>
            <a:ext cx="3105807" cy="3146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C008FA1-BFD3-489E-A3F0-ACC181375AB6}"/>
              </a:ext>
            </a:extLst>
          </p:cNvPr>
          <p:cNvSpPr/>
          <p:nvPr/>
        </p:nvSpPr>
        <p:spPr>
          <a:xfrm>
            <a:off x="892401" y="1693892"/>
            <a:ext cx="3611941" cy="1015663"/>
          </a:xfrm>
          <a:prstGeom prst="rect">
            <a:avLst/>
          </a:prstGeom>
          <a:solidFill>
            <a:srgbClr val="E4E4E4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Stencil" panose="040409050D0802020404" pitchFamily="82" charset="0"/>
              </a:rPr>
              <a:t>DIPLOM</a:t>
            </a:r>
            <a:endParaRPr lang="ru-RU" sz="6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6713DD1-3B30-44BC-99AB-AC06B13AB9C1}"/>
              </a:ext>
            </a:extLst>
          </p:cNvPr>
          <p:cNvSpPr/>
          <p:nvPr/>
        </p:nvSpPr>
        <p:spPr>
          <a:xfrm>
            <a:off x="1303244" y="5423411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18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Stencil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2025-05-19T15:28:49Z</dcterms:created>
  <dcterms:modified xsi:type="dcterms:W3CDTF">2025-06-01T18:44:09Z</dcterms:modified>
</cp:coreProperties>
</file>