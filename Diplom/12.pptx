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10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11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5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462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24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65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018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05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04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4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5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24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7EC1F484-46D4-40C3-B181-8A1440CF5E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36DFDE10-07AC-43A6-8D7D-D5C20E330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950"/>
            <a:ext cx="158011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A6DB8A5A-0262-4DFD-8F25-37297A0A2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5802" y="133075"/>
            <a:ext cx="158011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825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825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 sz="1350"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3DC60CFF-7F52-4920-9A05-9D0337DCCC47}"/>
              </a:ext>
            </a:extLst>
          </p:cNvPr>
          <p:cNvSpPr/>
          <p:nvPr/>
        </p:nvSpPr>
        <p:spPr>
          <a:xfrm>
            <a:off x="1514476" y="2770851"/>
            <a:ext cx="620077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1D793F74-7091-4D5D-BCA6-473311490542}"/>
              </a:ext>
            </a:extLst>
          </p:cNvPr>
          <p:cNvSpPr/>
          <p:nvPr/>
        </p:nvSpPr>
        <p:spPr>
          <a:xfrm>
            <a:off x="2105025" y="3279224"/>
            <a:ext cx="51530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011F0BE6-25D6-4EBD-91FE-775B47C8D43C}"/>
              </a:ext>
            </a:extLst>
          </p:cNvPr>
          <p:cNvSpPr/>
          <p:nvPr/>
        </p:nvSpPr>
        <p:spPr>
          <a:xfrm>
            <a:off x="1640894" y="5450318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975025BF-9C9D-4D76-A36B-6E803813EF79}"/>
              </a:ext>
            </a:extLst>
          </p:cNvPr>
          <p:cNvSpPr/>
          <p:nvPr/>
        </p:nvSpPr>
        <p:spPr>
          <a:xfrm>
            <a:off x="370441" y="5024635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5FD3D3D0-C004-4C94-9CD6-2A1DEF468384}"/>
              </a:ext>
            </a:extLst>
          </p:cNvPr>
          <p:cNvSpPr/>
          <p:nvPr/>
        </p:nvSpPr>
        <p:spPr>
          <a:xfrm>
            <a:off x="5155324" y="5450317"/>
            <a:ext cx="3342290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2025-06-01T18:37:37Z</dcterms:modified>
</cp:coreProperties>
</file>