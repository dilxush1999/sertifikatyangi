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0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04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3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43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683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25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0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97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06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51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09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4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23990BFA-19A0-4E54-B2CC-A9D6FB30C1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F0BD9AB9-9AE8-4C27-8355-DE8EBEADE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C5D5D39B-2971-494A-AB1E-EED6C0917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DBD5414-3154-4DC2-BEE3-04DDFC9BF3D0}"/>
              </a:ext>
            </a:extLst>
          </p:cNvPr>
          <p:cNvSpPr/>
          <p:nvPr/>
        </p:nvSpPr>
        <p:spPr>
          <a:xfrm>
            <a:off x="2667000" y="2351918"/>
            <a:ext cx="6134099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AE7C8095-C2E9-447D-A6E1-7E58FEE51EF7}"/>
              </a:ext>
            </a:extLst>
          </p:cNvPr>
          <p:cNvSpPr/>
          <p:nvPr/>
        </p:nvSpPr>
        <p:spPr>
          <a:xfrm>
            <a:off x="3000374" y="2900848"/>
            <a:ext cx="52673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F062009A-8CEF-465C-BCDD-13C27C53F1F1}"/>
              </a:ext>
            </a:extLst>
          </p:cNvPr>
          <p:cNvSpPr/>
          <p:nvPr/>
        </p:nvSpPr>
        <p:spPr>
          <a:xfrm>
            <a:off x="3273929" y="5185580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51702B0A-2087-43F6-BE7E-C7FB73F12970}"/>
              </a:ext>
            </a:extLst>
          </p:cNvPr>
          <p:cNvSpPr/>
          <p:nvPr/>
        </p:nvSpPr>
        <p:spPr>
          <a:xfrm>
            <a:off x="436146" y="5060803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A669226D-34C8-477F-B549-2D24F1761A49}"/>
              </a:ext>
            </a:extLst>
          </p:cNvPr>
          <p:cNvSpPr/>
          <p:nvPr/>
        </p:nvSpPr>
        <p:spPr>
          <a:xfrm>
            <a:off x="5044966" y="5198390"/>
            <a:ext cx="3925613" cy="2398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2025-06-01T18:37:59Z</dcterms:modified>
</cp:coreProperties>
</file>