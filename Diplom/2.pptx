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93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8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49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70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19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69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36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33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09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75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49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242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9716B182-73A2-466F-9B4E-5DE2A49CD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" name="Group 72">
            <a:extLst>
              <a:ext uri="{FF2B5EF4-FFF2-40B4-BE49-F238E27FC236}">
                <a16:creationId xmlns:a16="http://schemas.microsoft.com/office/drawing/2014/main" id="{10FA7F9D-A452-4813-9D5C-1D6D3189C361}"/>
              </a:ext>
            </a:extLst>
          </p:cNvPr>
          <p:cNvGrpSpPr/>
          <p:nvPr/>
        </p:nvGrpSpPr>
        <p:grpSpPr>
          <a:xfrm>
            <a:off x="0" y="1"/>
            <a:ext cx="9214373" cy="6857999"/>
            <a:chOff x="0" y="0"/>
            <a:chExt cx="10692003" cy="7560057"/>
          </a:xfrm>
        </p:grpSpPr>
        <p:pic>
          <p:nvPicPr>
            <p:cNvPr id="4" name="Picture 7">
              <a:extLst>
                <a:ext uri="{FF2B5EF4-FFF2-40B4-BE49-F238E27FC236}">
                  <a16:creationId xmlns:a16="http://schemas.microsoft.com/office/drawing/2014/main" id="{68068761-DEC8-4502-ADEF-232107DEE7E6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0692003" cy="7560057"/>
            </a:xfrm>
            <a:prstGeom prst="rect">
              <a:avLst/>
            </a:prstGeom>
          </p:spPr>
        </p:pic>
        <p:sp>
          <p:nvSpPr>
            <p:cNvPr id="9" name="Rectangle 71">
              <a:extLst>
                <a:ext uri="{FF2B5EF4-FFF2-40B4-BE49-F238E27FC236}">
                  <a16:creationId xmlns:a16="http://schemas.microsoft.com/office/drawing/2014/main" id="{502FA1A3-447E-4AD5-B5B2-E3B857306274}"/>
                </a:ext>
              </a:extLst>
            </p:cNvPr>
            <p:cNvSpPr/>
            <p:nvPr/>
          </p:nvSpPr>
          <p:spPr>
            <a:xfrm>
              <a:off x="2709262" y="5734098"/>
              <a:ext cx="1608826" cy="47332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{</a:t>
              </a:r>
              <a:r>
                <a:rPr lang="en-US" sz="2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sana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}</a:t>
              </a:r>
              <a:endParaRPr lang="ru-RU" sz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Rectangle 16">
            <a:extLst>
              <a:ext uri="{FF2B5EF4-FFF2-40B4-BE49-F238E27FC236}">
                <a16:creationId xmlns:a16="http://schemas.microsoft.com/office/drawing/2014/main" id="{AEA302DF-501D-49B4-847A-926D35B82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2D968D53-A7B3-4C88-9BF8-710ADCCC4104}"/>
              </a:ext>
            </a:extLst>
          </p:cNvPr>
          <p:cNvSpPr/>
          <p:nvPr/>
        </p:nvSpPr>
        <p:spPr>
          <a:xfrm>
            <a:off x="1428750" y="2588819"/>
            <a:ext cx="6677025" cy="48117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9146EA4-9FB1-4471-97CC-34BF7EFD5AA9}"/>
              </a:ext>
            </a:extLst>
          </p:cNvPr>
          <p:cNvSpPr/>
          <p:nvPr/>
        </p:nvSpPr>
        <p:spPr>
          <a:xfrm>
            <a:off x="1647825" y="3080446"/>
            <a:ext cx="5829300" cy="147578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3557B0A-2DA0-43A5-B568-E92E81A1F3D3}"/>
              </a:ext>
            </a:extLst>
          </p:cNvPr>
          <p:cNvSpPr/>
          <p:nvPr/>
        </p:nvSpPr>
        <p:spPr>
          <a:xfrm>
            <a:off x="5265683" y="5201609"/>
            <a:ext cx="2840091" cy="3005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5B80FF8-85C6-4E31-A7A7-CF138E27E7BB}"/>
              </a:ext>
            </a:extLst>
          </p:cNvPr>
          <p:cNvSpPr/>
          <p:nvPr/>
        </p:nvSpPr>
        <p:spPr>
          <a:xfrm>
            <a:off x="2822761" y="1146421"/>
            <a:ext cx="3778064" cy="101566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DIPLOM</a:t>
            </a:r>
            <a:endParaRPr lang="ru-RU" sz="60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D52A78E2-D8FF-42D5-8F83-B8D22700CA07}"/>
              </a:ext>
            </a:extLst>
          </p:cNvPr>
          <p:cNvSpPr/>
          <p:nvPr/>
        </p:nvSpPr>
        <p:spPr>
          <a:xfrm>
            <a:off x="658678" y="5012500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21</Words>
  <Application>Microsoft Office PowerPoint</Application>
  <PresentationFormat>Экран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2025-06-01T18:32:16Z</dcterms:modified>
</cp:coreProperties>
</file>