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7944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1882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2516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9467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4551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9594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7889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9745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7925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8357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4659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0571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7">
            <a:extLst>
              <a:ext uri="{FF2B5EF4-FFF2-40B4-BE49-F238E27FC236}">
                <a16:creationId xmlns:a16="http://schemas.microsoft.com/office/drawing/2014/main" id="{852E89BF-879D-46BA-A729-CB98C32B7EF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9144000" cy="6858000"/>
          </a:xfrm>
          <a:prstGeom prst="rect">
            <a:avLst/>
          </a:prstGeom>
        </p:spPr>
      </p:pic>
      <p:sp>
        <p:nvSpPr>
          <p:cNvPr id="2" name="Rectangle 8">
            <a:extLst>
              <a:ext uri="{FF2B5EF4-FFF2-40B4-BE49-F238E27FC236}">
                <a16:creationId xmlns:a16="http://schemas.microsoft.com/office/drawing/2014/main" id="{829D1B06-E301-4AA6-9F2D-BFAC2361D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820491" cy="414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AF5EB5E1-2805-4602-80B0-045B86A3C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4400" y="126116"/>
            <a:ext cx="782049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1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2CB93474-6B14-471A-B823-EE86854307B9}"/>
              </a:ext>
            </a:extLst>
          </p:cNvPr>
          <p:cNvSpPr/>
          <p:nvPr/>
        </p:nvSpPr>
        <p:spPr>
          <a:xfrm>
            <a:off x="990600" y="2745234"/>
            <a:ext cx="6096000" cy="37230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7093BCBE-4D77-4EB4-852F-66DCE8DACB10}"/>
              </a:ext>
            </a:extLst>
          </p:cNvPr>
          <p:cNvSpPr/>
          <p:nvPr/>
        </p:nvSpPr>
        <p:spPr>
          <a:xfrm>
            <a:off x="1736818" y="3291073"/>
            <a:ext cx="5169273" cy="159976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diplom_matni</a:t>
            </a:r>
            <a:r>
              <a:rPr lang="en-US" sz="16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68C1B2ED-B7D2-41C5-BBFB-8ACACBED55F9}"/>
              </a:ext>
            </a:extLst>
          </p:cNvPr>
          <p:cNvSpPr/>
          <p:nvPr/>
        </p:nvSpPr>
        <p:spPr>
          <a:xfrm>
            <a:off x="3891195" y="5748877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B7315130-70FD-4480-9C4A-8C75AEE20602}"/>
              </a:ext>
            </a:extLst>
          </p:cNvPr>
          <p:cNvSpPr/>
          <p:nvPr/>
        </p:nvSpPr>
        <p:spPr>
          <a:xfrm>
            <a:off x="1509055" y="5502166"/>
            <a:ext cx="1675594" cy="125706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B41885D1-54D1-4434-AF94-093158EF92AB}"/>
              </a:ext>
            </a:extLst>
          </p:cNvPr>
          <p:cNvSpPr/>
          <p:nvPr/>
        </p:nvSpPr>
        <p:spPr>
          <a:xfrm>
            <a:off x="6195848" y="5755359"/>
            <a:ext cx="2822028" cy="293474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20</Words>
  <Application>Microsoft Office PowerPoint</Application>
  <PresentationFormat>Экран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8</cp:revision>
  <dcterms:created xsi:type="dcterms:W3CDTF">2025-05-19T15:28:49Z</dcterms:created>
  <dcterms:modified xsi:type="dcterms:W3CDTF">2025-06-01T18:33:39Z</dcterms:modified>
</cp:coreProperties>
</file>