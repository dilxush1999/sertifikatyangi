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34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19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26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7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15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03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61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67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69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21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9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A783B6A3-6BEE-4BB0-81B0-704AC3CD0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43E6AFE-D966-46A9-AF72-019CB9C042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861D93B4-30AF-4975-A05C-CE8398480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5F46FE-9B6E-4414-9540-A08E539AB440}"/>
              </a:ext>
            </a:extLst>
          </p:cNvPr>
          <p:cNvSpPr/>
          <p:nvPr/>
        </p:nvSpPr>
        <p:spPr>
          <a:xfrm>
            <a:off x="3028950" y="2917298"/>
            <a:ext cx="5686425" cy="4572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1E5B799-F7E0-4CE8-A38D-19993913891B}"/>
              </a:ext>
            </a:extLst>
          </p:cNvPr>
          <p:cNvSpPr/>
          <p:nvPr/>
        </p:nvSpPr>
        <p:spPr>
          <a:xfrm>
            <a:off x="3676650" y="3484172"/>
            <a:ext cx="475297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A1DA5B-0584-4519-ACAB-E3EBF95FF5E2}"/>
              </a:ext>
            </a:extLst>
          </p:cNvPr>
          <p:cNvSpPr/>
          <p:nvPr/>
        </p:nvSpPr>
        <p:spPr>
          <a:xfrm>
            <a:off x="4238624" y="1548158"/>
            <a:ext cx="3276601" cy="1015663"/>
          </a:xfrm>
          <a:prstGeom prst="rect">
            <a:avLst/>
          </a:prstGeom>
          <a:solidFill>
            <a:srgbClr val="E4E4E4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tencil" panose="040409050D0802020404" pitchFamily="82" charset="0"/>
              </a:rPr>
              <a:t>DIPLOM</a:t>
            </a:r>
            <a:endParaRPr lang="ru-RU" sz="6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EBC3C69-45DF-43FF-9B60-8FF42F5AD84B}"/>
              </a:ext>
            </a:extLst>
          </p:cNvPr>
          <p:cNvSpPr/>
          <p:nvPr/>
        </p:nvSpPr>
        <p:spPr>
          <a:xfrm>
            <a:off x="4125279" y="5407645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BCEB0D4-73C3-43D6-A727-BA9A2180A4A7}"/>
              </a:ext>
            </a:extLst>
          </p:cNvPr>
          <p:cNvSpPr/>
          <p:nvPr/>
        </p:nvSpPr>
        <p:spPr>
          <a:xfrm>
            <a:off x="5344510" y="5989305"/>
            <a:ext cx="3370865" cy="2538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18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Stencil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2025-06-01T18:44:31Z</dcterms:modified>
</cp:coreProperties>
</file>