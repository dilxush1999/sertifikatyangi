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9" d="100"/>
          <a:sy n="49" d="100"/>
        </p:scale>
        <p:origin x="1426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274132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31836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52705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943099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312861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989834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755146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322457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155907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621116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580901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6BE172-4E2F-48FA-99E2-129D01CA9F8A}" type="datetimeFigureOut">
              <a:rPr lang="ru-RU" smtClean="0"/>
              <a:t>01.06.2025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14131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7">
            <a:extLst>
              <a:ext uri="{FF2B5EF4-FFF2-40B4-BE49-F238E27FC236}">
                <a16:creationId xmlns:a16="http://schemas.microsoft.com/office/drawing/2014/main" id="{8D145963-B52C-4AC3-B064-4A9D80EE5B91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" y="1"/>
            <a:ext cx="9144000" cy="6858000"/>
          </a:xfrm>
          <a:prstGeom prst="rect">
            <a:avLst/>
          </a:prstGeom>
        </p:spPr>
      </p:pic>
      <p:sp>
        <p:nvSpPr>
          <p:cNvPr id="2" name="Rectangle 8">
            <a:extLst>
              <a:ext uri="{FF2B5EF4-FFF2-40B4-BE49-F238E27FC236}">
                <a16:creationId xmlns:a16="http://schemas.microsoft.com/office/drawing/2014/main" id="{AD39A52F-2509-4776-9A51-95214AF443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7820491" cy="4147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10" name="Rectangle 14">
            <a:extLst>
              <a:ext uri="{FF2B5EF4-FFF2-40B4-BE49-F238E27FC236}">
                <a16:creationId xmlns:a16="http://schemas.microsoft.com/office/drawing/2014/main" id="{A47B47FC-942F-49BA-BC06-5F77D134AB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-914400" y="126116"/>
            <a:ext cx="7820491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1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ea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ru-RU" altLang="ru-RU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</a:br>
            <a:endParaRPr kumimoji="0" lang="ru-RU" altLang="ru-RU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Rectangle 8">
            <a:extLst>
              <a:ext uri="{FF2B5EF4-FFF2-40B4-BE49-F238E27FC236}">
                <a16:creationId xmlns:a16="http://schemas.microsoft.com/office/drawing/2014/main" id="{0E762285-1500-4C2D-8B89-2E7A3C4B91FA}"/>
              </a:ext>
            </a:extLst>
          </p:cNvPr>
          <p:cNvSpPr/>
          <p:nvPr/>
        </p:nvSpPr>
        <p:spPr>
          <a:xfrm>
            <a:off x="1362076" y="2767785"/>
            <a:ext cx="6705600" cy="414765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3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{</a:t>
            </a:r>
            <a:r>
              <a:rPr lang="en-US" sz="32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taqdirlangan</a:t>
            </a:r>
            <a:r>
              <a:rPr lang="en-US" sz="3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ru-RU" sz="14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2" name="Rectangle 9">
            <a:extLst>
              <a:ext uri="{FF2B5EF4-FFF2-40B4-BE49-F238E27FC236}">
                <a16:creationId xmlns:a16="http://schemas.microsoft.com/office/drawing/2014/main" id="{404C6AD8-0902-479C-B8AB-3C5E3C815696}"/>
              </a:ext>
            </a:extLst>
          </p:cNvPr>
          <p:cNvSpPr/>
          <p:nvPr/>
        </p:nvSpPr>
        <p:spPr>
          <a:xfrm>
            <a:off x="1981172" y="3421118"/>
            <a:ext cx="5153053" cy="129035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600" spc="-1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{</a:t>
            </a:r>
            <a:r>
              <a:rPr lang="en-US" sz="16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diplom_matni</a:t>
            </a:r>
            <a:r>
              <a:rPr lang="en-US" sz="160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ru-RU" sz="1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3" name="Rectangle 11">
            <a:extLst>
              <a:ext uri="{FF2B5EF4-FFF2-40B4-BE49-F238E27FC236}">
                <a16:creationId xmlns:a16="http://schemas.microsoft.com/office/drawing/2014/main" id="{DB3E6EC1-2D93-4DF2-B32C-F3DA03014C55}"/>
              </a:ext>
            </a:extLst>
          </p:cNvPr>
          <p:cNvSpPr/>
          <p:nvPr/>
        </p:nvSpPr>
        <p:spPr>
          <a:xfrm>
            <a:off x="2000221" y="5848349"/>
            <a:ext cx="1685953" cy="238125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{</a:t>
            </a:r>
            <a:r>
              <a:rPr lang="en-US" sz="16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sana</a:t>
            </a:r>
            <a:r>
              <a:rPr lang="en-US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ru-RU" sz="1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5" name="Rectangle 11">
            <a:extLst>
              <a:ext uri="{FF2B5EF4-FFF2-40B4-BE49-F238E27FC236}">
                <a16:creationId xmlns:a16="http://schemas.microsoft.com/office/drawing/2014/main" id="{27D5F8F7-3765-4BF1-8044-650F775B27FA}"/>
              </a:ext>
            </a:extLst>
          </p:cNvPr>
          <p:cNvSpPr/>
          <p:nvPr/>
        </p:nvSpPr>
        <p:spPr>
          <a:xfrm>
            <a:off x="578030" y="5344581"/>
            <a:ext cx="1540142" cy="1166575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{</a:t>
            </a:r>
            <a:r>
              <a:rPr lang="en-US" sz="16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qr_code</a:t>
            </a:r>
            <a:r>
              <a:rPr lang="en-US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ru-RU" sz="1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6" name="Rectangle 11">
            <a:extLst>
              <a:ext uri="{FF2B5EF4-FFF2-40B4-BE49-F238E27FC236}">
                <a16:creationId xmlns:a16="http://schemas.microsoft.com/office/drawing/2014/main" id="{ADF558E9-DD45-49B6-AD5F-7C8C0F9C0829}"/>
              </a:ext>
            </a:extLst>
          </p:cNvPr>
          <p:cNvSpPr/>
          <p:nvPr/>
        </p:nvSpPr>
        <p:spPr>
          <a:xfrm>
            <a:off x="4679768" y="5848348"/>
            <a:ext cx="2881768" cy="238125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{</a:t>
            </a:r>
            <a:r>
              <a:rPr lang="en-US" sz="16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taqdirlovchi</a:t>
            </a:r>
            <a:r>
              <a:rPr lang="en-US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ru-RU" sz="1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176967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</TotalTime>
  <Words>20</Words>
  <Application>Microsoft Office PowerPoint</Application>
  <PresentationFormat>Экран (4:3)</PresentationFormat>
  <Paragraphs>7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Times New Roman</vt:lpstr>
      <vt:lpstr>Тема Office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Dilxush Bahodirov</dc:creator>
  <cp:lastModifiedBy>Dilxush Bahodirov</cp:lastModifiedBy>
  <cp:revision>10</cp:revision>
  <dcterms:created xsi:type="dcterms:W3CDTF">2025-05-19T15:28:49Z</dcterms:created>
  <dcterms:modified xsi:type="dcterms:W3CDTF">2025-06-01T18:40:16Z</dcterms:modified>
</cp:coreProperties>
</file>