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956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9" d="100"/>
          <a:sy n="49" d="100"/>
        </p:scale>
        <p:origin x="142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7356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3934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574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8305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1257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1392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4384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2649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8223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3583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0573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8681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>
            <a:extLst>
              <a:ext uri="{FF2B5EF4-FFF2-40B4-BE49-F238E27FC236}">
                <a16:creationId xmlns:a16="http://schemas.microsoft.com/office/drawing/2014/main" id="{B3AB284F-32F6-4332-AC0C-E3B89B31510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8">
            <a:extLst>
              <a:ext uri="{FF2B5EF4-FFF2-40B4-BE49-F238E27FC236}">
                <a16:creationId xmlns:a16="http://schemas.microsoft.com/office/drawing/2014/main" id="{9220908B-38D4-43FE-B8AD-581BC3B71A72}"/>
              </a:ext>
            </a:extLst>
          </p:cNvPr>
          <p:cNvSpPr/>
          <p:nvPr/>
        </p:nvSpPr>
        <p:spPr>
          <a:xfrm>
            <a:off x="161925" y="2721873"/>
            <a:ext cx="5762625" cy="459478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3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3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taqdirlangan</a:t>
            </a:r>
            <a:r>
              <a:rPr lang="en-US" sz="3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6CE562B3-3A67-47E0-9EA1-DDA32DD65083}"/>
              </a:ext>
            </a:extLst>
          </p:cNvPr>
          <p:cNvSpPr/>
          <p:nvPr/>
        </p:nvSpPr>
        <p:spPr>
          <a:xfrm>
            <a:off x="858183" y="3310756"/>
            <a:ext cx="4694892" cy="129035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diplom_matni</a:t>
            </a:r>
            <a:r>
              <a:rPr lang="en-US" sz="16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07972830-1264-4E96-A987-C02270DDABAC}"/>
              </a:ext>
            </a:extLst>
          </p:cNvPr>
          <p:cNvSpPr/>
          <p:nvPr/>
        </p:nvSpPr>
        <p:spPr>
          <a:xfrm>
            <a:off x="1041151" y="5677267"/>
            <a:ext cx="1540142" cy="252657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sana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5B80FF8-85C6-4E31-A7A7-CF138E27E7BB}"/>
              </a:ext>
            </a:extLst>
          </p:cNvPr>
          <p:cNvSpPr/>
          <p:nvPr/>
        </p:nvSpPr>
        <p:spPr>
          <a:xfrm>
            <a:off x="860611" y="975609"/>
            <a:ext cx="3778064" cy="1015663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000" b="1" cap="none" spc="0" dirty="0">
                <a:ln w="0"/>
                <a:solidFill>
                  <a:srgbClr val="09565E"/>
                </a:soli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DIPLOM</a:t>
            </a:r>
            <a:endParaRPr lang="ru-RU" sz="6000" b="1" cap="none" spc="0" dirty="0">
              <a:ln w="0"/>
              <a:solidFill>
                <a:srgbClr val="09565E"/>
              </a:solidFill>
              <a:effectLst>
                <a:reflection blurRad="6350" stA="53000" endA="300" endPos="35500" dir="5400000" sy="-90000" algn="bl" rotWithShape="0"/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11">
            <a:extLst>
              <a:ext uri="{FF2B5EF4-FFF2-40B4-BE49-F238E27FC236}">
                <a16:creationId xmlns:a16="http://schemas.microsoft.com/office/drawing/2014/main" id="{8445E6B4-AC48-4D6A-A03C-3945D1249A35}"/>
              </a:ext>
            </a:extLst>
          </p:cNvPr>
          <p:cNvSpPr/>
          <p:nvPr/>
        </p:nvSpPr>
        <p:spPr>
          <a:xfrm>
            <a:off x="7152245" y="5281517"/>
            <a:ext cx="1540142" cy="1166575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qr_code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83C16EBE-51EA-4327-BFBA-70414E6656EC}"/>
              </a:ext>
            </a:extLst>
          </p:cNvPr>
          <p:cNvSpPr/>
          <p:nvPr/>
        </p:nvSpPr>
        <p:spPr>
          <a:xfrm>
            <a:off x="3294993" y="5658217"/>
            <a:ext cx="3090041" cy="245007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taqdirlovchi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176967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</TotalTime>
  <Words>20</Words>
  <Application>Microsoft Office PowerPoint</Application>
  <PresentationFormat>Экран (4:3)</PresentationFormat>
  <Paragraphs>6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Dilxush Bahodirov</dc:creator>
  <cp:lastModifiedBy>Dilxush Bahodirov</cp:lastModifiedBy>
  <cp:revision>10</cp:revision>
  <dcterms:created xsi:type="dcterms:W3CDTF">2025-05-19T15:28:49Z</dcterms:created>
  <dcterms:modified xsi:type="dcterms:W3CDTF">2025-06-01T18:40:48Z</dcterms:modified>
</cp:coreProperties>
</file>