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92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911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719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1670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65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733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176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98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674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052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077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88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FD9A9178-3AEA-48A0-B9B4-B8BAFFFF2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C7C1ABB-7A3F-4D6E-8E5B-1D90CD2B350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2" name="Rectangle 18">
            <a:extLst>
              <a:ext uri="{FF2B5EF4-FFF2-40B4-BE49-F238E27FC236}">
                <a16:creationId xmlns:a16="http://schemas.microsoft.com/office/drawing/2014/main" id="{789E9009-A7C1-4076-8FC4-C7F98B92A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88973433-906D-4FA1-80DA-838CF5433426}"/>
              </a:ext>
            </a:extLst>
          </p:cNvPr>
          <p:cNvSpPr/>
          <p:nvPr/>
        </p:nvSpPr>
        <p:spPr>
          <a:xfrm>
            <a:off x="1181100" y="2513636"/>
            <a:ext cx="7010399" cy="486740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22F93CC2-05E6-4CA9-B772-BCFC15CAF1E1}"/>
              </a:ext>
            </a:extLst>
          </p:cNvPr>
          <p:cNvSpPr/>
          <p:nvPr/>
        </p:nvSpPr>
        <p:spPr>
          <a:xfrm>
            <a:off x="2343150" y="3137331"/>
            <a:ext cx="494347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E5D603A4-3811-4B00-916F-75174871A811}"/>
              </a:ext>
            </a:extLst>
          </p:cNvPr>
          <p:cNvSpPr/>
          <p:nvPr/>
        </p:nvSpPr>
        <p:spPr>
          <a:xfrm>
            <a:off x="4200186" y="5913426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9983962-A944-4B65-9963-E02F9599A60F}"/>
              </a:ext>
            </a:extLst>
          </p:cNvPr>
          <p:cNvSpPr/>
          <p:nvPr/>
        </p:nvSpPr>
        <p:spPr>
          <a:xfrm>
            <a:off x="2395536" y="894069"/>
            <a:ext cx="4814889" cy="1200329"/>
          </a:xfrm>
          <a:prstGeom prst="rect">
            <a:avLst/>
          </a:prstGeom>
          <a:solidFill>
            <a:srgbClr val="EEEAE5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  <a:t>DIPLOM</a:t>
            </a:r>
            <a:endParaRPr lang="ru-RU" sz="7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54CC6FDC-C53D-42CE-A22C-7329DCC5685A}"/>
              </a:ext>
            </a:extLst>
          </p:cNvPr>
          <p:cNvSpPr/>
          <p:nvPr/>
        </p:nvSpPr>
        <p:spPr>
          <a:xfrm>
            <a:off x="2974407" y="5439177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D56B52E-2E59-4F76-A071-CF87496069C7}"/>
              </a:ext>
            </a:extLst>
          </p:cNvPr>
          <p:cNvSpPr/>
          <p:nvPr/>
        </p:nvSpPr>
        <p:spPr>
          <a:xfrm>
            <a:off x="6258911" y="5920001"/>
            <a:ext cx="2885088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</Words>
  <Application>Microsoft Office PowerPoint</Application>
  <PresentationFormat>Экран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Algerian</vt:lpstr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9</cp:revision>
  <dcterms:created xsi:type="dcterms:W3CDTF">2025-05-19T15:28:49Z</dcterms:created>
  <dcterms:modified xsi:type="dcterms:W3CDTF">2025-06-01T18:42:01Z</dcterms:modified>
</cp:coreProperties>
</file>