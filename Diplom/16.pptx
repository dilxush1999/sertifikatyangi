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97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99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14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59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79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65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39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33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247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82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30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63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48956AC4-5047-4B8C-BBBE-B8204201EF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7049EDF7-AEDE-4EE8-A1C4-F7133DEE5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F1B40599-4402-42B0-B67B-E4734BA4D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047E8F3-5CA0-4CBC-9277-68CA3C1E5D35}"/>
              </a:ext>
            </a:extLst>
          </p:cNvPr>
          <p:cNvSpPr/>
          <p:nvPr/>
        </p:nvSpPr>
        <p:spPr>
          <a:xfrm>
            <a:off x="1295400" y="2992002"/>
            <a:ext cx="6648450" cy="4325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E92D1C9-0C0F-475C-B76B-100A024F9FB6}"/>
              </a:ext>
            </a:extLst>
          </p:cNvPr>
          <p:cNvSpPr/>
          <p:nvPr/>
        </p:nvSpPr>
        <p:spPr>
          <a:xfrm>
            <a:off x="2114550" y="3531479"/>
            <a:ext cx="46958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8C1EC7A4-D90E-43B8-9B9A-128252105FB1}"/>
              </a:ext>
            </a:extLst>
          </p:cNvPr>
          <p:cNvSpPr/>
          <p:nvPr/>
        </p:nvSpPr>
        <p:spPr>
          <a:xfrm>
            <a:off x="2409136" y="541845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A079C0A4-96A4-4ED1-B753-9ED951BEBC5F}"/>
              </a:ext>
            </a:extLst>
          </p:cNvPr>
          <p:cNvSpPr/>
          <p:nvPr/>
        </p:nvSpPr>
        <p:spPr>
          <a:xfrm>
            <a:off x="499204" y="5092333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20F4CFC-0C46-4CDE-A01D-FC540331FE57}"/>
              </a:ext>
            </a:extLst>
          </p:cNvPr>
          <p:cNvSpPr/>
          <p:nvPr/>
        </p:nvSpPr>
        <p:spPr>
          <a:xfrm>
            <a:off x="5644055" y="5412671"/>
            <a:ext cx="2443655" cy="1699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2025-06-01T18:39:46Z</dcterms:modified>
</cp:coreProperties>
</file>