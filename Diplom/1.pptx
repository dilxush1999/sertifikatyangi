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864076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14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1060529"/>
            <a:ext cx="7344649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3403592"/>
            <a:ext cx="6480572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72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63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1615546"/>
            <a:ext cx="7452658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4336619"/>
            <a:ext cx="7452658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244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1725046"/>
            <a:ext cx="3672324" cy="41116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1725046"/>
            <a:ext cx="3672324" cy="41116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74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45011"/>
            <a:ext cx="7452658" cy="125253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1588543"/>
            <a:ext cx="3655447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2367064"/>
            <a:ext cx="3655447" cy="348159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1588543"/>
            <a:ext cx="3673450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2367064"/>
            <a:ext cx="3673450" cy="348159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847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47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11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432012"/>
            <a:ext cx="278687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933027"/>
            <a:ext cx="4374386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944052"/>
            <a:ext cx="278687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07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432012"/>
            <a:ext cx="278687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933027"/>
            <a:ext cx="4374386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944052"/>
            <a:ext cx="278687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42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268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345009"/>
            <a:ext cx="1863165" cy="549164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345009"/>
            <a:ext cx="5481484" cy="549164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43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345011"/>
            <a:ext cx="7452658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1725046"/>
            <a:ext cx="7452658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6006164"/>
            <a:ext cx="194417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6006164"/>
            <a:ext cx="291625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6006164"/>
            <a:ext cx="194417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55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0A2D45-F403-4622-9952-CBF42017C3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40763" cy="6480175"/>
          </a:xfrm>
          <a:prstGeom prst="rect">
            <a:avLst/>
          </a:prstGeom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E4842AE0-847B-4FFD-AD92-4F0059A95962}"/>
              </a:ext>
            </a:extLst>
          </p:cNvPr>
          <p:cNvSpPr/>
          <p:nvPr/>
        </p:nvSpPr>
        <p:spPr>
          <a:xfrm>
            <a:off x="1586753" y="2256503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6C6ACC76-D7A5-42BD-B87A-350989566D98}"/>
              </a:ext>
            </a:extLst>
          </p:cNvPr>
          <p:cNvSpPr/>
          <p:nvPr/>
        </p:nvSpPr>
        <p:spPr>
          <a:xfrm>
            <a:off x="2384612" y="2827829"/>
            <a:ext cx="4346854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62FC2D63-8EFD-4261-B95F-A745EB4434E3}"/>
              </a:ext>
            </a:extLst>
          </p:cNvPr>
          <p:cNvSpPr/>
          <p:nvPr/>
        </p:nvSpPr>
        <p:spPr>
          <a:xfrm>
            <a:off x="4159045" y="5090020"/>
            <a:ext cx="3038168" cy="27825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5D749B31-77CE-43F3-8EAB-A47CB0BD9386}"/>
              </a:ext>
            </a:extLst>
          </p:cNvPr>
          <p:cNvSpPr/>
          <p:nvPr/>
        </p:nvSpPr>
        <p:spPr>
          <a:xfrm>
            <a:off x="2146954" y="5115622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821BCA0-C36A-4043-80F3-95EF246C7DD7}"/>
              </a:ext>
            </a:extLst>
          </p:cNvPr>
          <p:cNvSpPr/>
          <p:nvPr/>
        </p:nvSpPr>
        <p:spPr>
          <a:xfrm>
            <a:off x="606810" y="4734232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20</Words>
  <Application>Microsoft Office PowerPoint</Application>
  <PresentationFormat>Произвольный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13</cp:revision>
  <dcterms:created xsi:type="dcterms:W3CDTF">2025-05-19T15:28:49Z</dcterms:created>
  <dcterms:modified xsi:type="dcterms:W3CDTF">2025-06-01T18:31:19Z</dcterms:modified>
</cp:coreProperties>
</file>