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758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33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3050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238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219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30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722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070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42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296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935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FF2B5EF4-FFF2-40B4-BE49-F238E27FC236}">
                <a16:creationId xmlns:a16="http://schemas.microsoft.com/office/drawing/2014/main" id="{F3E47832-5E10-4D26-AEA2-50CB06F899B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2" name="Rectangle 8">
            <a:extLst>
              <a:ext uri="{FF2B5EF4-FFF2-40B4-BE49-F238E27FC236}">
                <a16:creationId xmlns:a16="http://schemas.microsoft.com/office/drawing/2014/main" id="{FE6E3C65-0616-4176-B599-F92DD116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D1FF9098-0C37-42EC-8E28-8BE3A0E1D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D101079F-B299-4CE5-86BD-ED8BC6910989}"/>
              </a:ext>
            </a:extLst>
          </p:cNvPr>
          <p:cNvSpPr/>
          <p:nvPr/>
        </p:nvSpPr>
        <p:spPr>
          <a:xfrm>
            <a:off x="2085976" y="2600709"/>
            <a:ext cx="6010274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EC3C0256-7703-4004-B40D-4BE972F52E2B}"/>
              </a:ext>
            </a:extLst>
          </p:cNvPr>
          <p:cNvSpPr/>
          <p:nvPr/>
        </p:nvSpPr>
        <p:spPr>
          <a:xfrm>
            <a:off x="3400424" y="3073393"/>
            <a:ext cx="4533901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3815CF3-D58F-429A-A934-EC0BE1C16624}"/>
              </a:ext>
            </a:extLst>
          </p:cNvPr>
          <p:cNvSpPr/>
          <p:nvPr/>
        </p:nvSpPr>
        <p:spPr>
          <a:xfrm>
            <a:off x="3409249" y="5223353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5E6315A1-C266-40EC-AD1B-348A4808E625}"/>
              </a:ext>
            </a:extLst>
          </p:cNvPr>
          <p:cNvSpPr/>
          <p:nvPr/>
        </p:nvSpPr>
        <p:spPr>
          <a:xfrm>
            <a:off x="909117" y="4918905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B974CD6C-9236-493D-9017-03948EED66B2}"/>
              </a:ext>
            </a:extLst>
          </p:cNvPr>
          <p:cNvSpPr/>
          <p:nvPr/>
        </p:nvSpPr>
        <p:spPr>
          <a:xfrm>
            <a:off x="4761186" y="5223352"/>
            <a:ext cx="3011214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20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2025-06-01T18:38:32Z</dcterms:modified>
</cp:coreProperties>
</file>