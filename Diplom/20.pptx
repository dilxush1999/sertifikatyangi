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BE7"/>
    <a:srgbClr val="DED9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248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4927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005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427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2216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307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449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683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164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9930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7531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1600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E2EA66F0-BE3D-43B0-9B97-4F703DFDA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820491" cy="41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35F889FA-97A3-48E4-9B24-3524C2C6632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41DD5DEC-CD71-4810-92A7-FF80CA832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126116"/>
            <a:ext cx="78204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AA38817B-4807-419E-893F-C3724A3294A8}"/>
              </a:ext>
            </a:extLst>
          </p:cNvPr>
          <p:cNvSpPr/>
          <p:nvPr/>
        </p:nvSpPr>
        <p:spPr>
          <a:xfrm>
            <a:off x="237661" y="2419039"/>
            <a:ext cx="7820490" cy="47656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2A1A8C72-6C66-4BC9-9E5A-910003615B83}"/>
              </a:ext>
            </a:extLst>
          </p:cNvPr>
          <p:cNvSpPr/>
          <p:nvPr/>
        </p:nvSpPr>
        <p:spPr>
          <a:xfrm>
            <a:off x="1609725" y="3058501"/>
            <a:ext cx="4991099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22CA6621-0AC1-44B9-B84C-84FB3B783DF2}"/>
              </a:ext>
            </a:extLst>
          </p:cNvPr>
          <p:cNvSpPr/>
          <p:nvPr/>
        </p:nvSpPr>
        <p:spPr>
          <a:xfrm>
            <a:off x="1495400" y="5837884"/>
            <a:ext cx="1540142" cy="24859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4EA0531-CC52-4334-A0F6-976B8E8231D1}"/>
              </a:ext>
            </a:extLst>
          </p:cNvPr>
          <p:cNvSpPr/>
          <p:nvPr/>
        </p:nvSpPr>
        <p:spPr>
          <a:xfrm>
            <a:off x="2409826" y="834002"/>
            <a:ext cx="3762376" cy="1107996"/>
          </a:xfrm>
          <a:prstGeom prst="rect">
            <a:avLst/>
          </a:prstGeom>
          <a:solidFill>
            <a:srgbClr val="EFEBE7">
              <a:alpha val="98000"/>
            </a:srgbClr>
          </a:solidFill>
          <a:ln>
            <a:noFill/>
          </a:ln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6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tencil" panose="040409050D0802020404" pitchFamily="82" charset="0"/>
              </a:rPr>
              <a:t>DIPLOM</a:t>
            </a:r>
            <a:endParaRPr lang="ru-RU" sz="6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DAE3893B-C17F-4E26-988C-BCAC579C47A5}"/>
              </a:ext>
            </a:extLst>
          </p:cNvPr>
          <p:cNvSpPr/>
          <p:nvPr/>
        </p:nvSpPr>
        <p:spPr>
          <a:xfrm>
            <a:off x="7341453" y="5376113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6C0E4A59-2ACE-4FCC-9017-48C5B1177E6B}"/>
              </a:ext>
            </a:extLst>
          </p:cNvPr>
          <p:cNvSpPr/>
          <p:nvPr/>
        </p:nvSpPr>
        <p:spPr>
          <a:xfrm>
            <a:off x="3578772" y="5841171"/>
            <a:ext cx="3168869" cy="24530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21</Words>
  <Application>Microsoft Office PowerPoint</Application>
  <PresentationFormat>Экран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Stencil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2025-05-19T15:28:49Z</dcterms:created>
  <dcterms:modified xsi:type="dcterms:W3CDTF">2025-06-01T18:41:37Z</dcterms:modified>
</cp:coreProperties>
</file>