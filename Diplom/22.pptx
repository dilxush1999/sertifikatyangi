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2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643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220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5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8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886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723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998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47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37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742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222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62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C1508D66-7A43-4AD9-B2F4-B7CFD8828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4000" y="43934"/>
            <a:ext cx="184325" cy="33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A3FEB707-FA48-4E92-81D9-135A35AD13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9144001" cy="6857999"/>
          </a:xfrm>
          <a:prstGeom prst="rect">
            <a:avLst/>
          </a:prstGeom>
        </p:spPr>
      </p:pic>
      <p:sp>
        <p:nvSpPr>
          <p:cNvPr id="13" name="Rectangle 20">
            <a:extLst>
              <a:ext uri="{FF2B5EF4-FFF2-40B4-BE49-F238E27FC236}">
                <a16:creationId xmlns:a16="http://schemas.microsoft.com/office/drawing/2014/main" id="{2EA0268E-BCA1-4178-8F35-100FFE04F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70405"/>
            <a:ext cx="1843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10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110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4CA361C1-6884-4E86-A69B-5806F7C19574}"/>
              </a:ext>
            </a:extLst>
          </p:cNvPr>
          <p:cNvSpPr/>
          <p:nvPr/>
        </p:nvSpPr>
        <p:spPr>
          <a:xfrm>
            <a:off x="371475" y="3033905"/>
            <a:ext cx="7162800" cy="39509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734AE9D7-7682-4135-9B98-E9B3A0DF7CF7}"/>
              </a:ext>
            </a:extLst>
          </p:cNvPr>
          <p:cNvSpPr/>
          <p:nvPr/>
        </p:nvSpPr>
        <p:spPr>
          <a:xfrm>
            <a:off x="2066924" y="3657599"/>
            <a:ext cx="4762501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459FAB7-811F-49B6-804E-838324938B55}"/>
              </a:ext>
            </a:extLst>
          </p:cNvPr>
          <p:cNvSpPr/>
          <p:nvPr/>
        </p:nvSpPr>
        <p:spPr>
          <a:xfrm>
            <a:off x="1411017" y="1276098"/>
            <a:ext cx="4797967" cy="1200329"/>
          </a:xfrm>
          <a:prstGeom prst="rect">
            <a:avLst/>
          </a:prstGeom>
          <a:solidFill>
            <a:srgbClr val="F4F2F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DIPLOM</a:t>
            </a:r>
            <a:endParaRPr lang="ru-RU" sz="72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F125785B-8B88-487A-83E6-EE6FB842AF42}"/>
              </a:ext>
            </a:extLst>
          </p:cNvPr>
          <p:cNvSpPr/>
          <p:nvPr/>
        </p:nvSpPr>
        <p:spPr>
          <a:xfrm>
            <a:off x="337590" y="5427970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0E7078D8-1FA3-4EDB-8194-1CB4B99AD195}"/>
              </a:ext>
            </a:extLst>
          </p:cNvPr>
          <p:cNvSpPr/>
          <p:nvPr/>
        </p:nvSpPr>
        <p:spPr>
          <a:xfrm>
            <a:off x="4336833" y="5459502"/>
            <a:ext cx="1990762" cy="30312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3D1B2D-694A-482D-B7AE-1FC76E12B17E}"/>
              </a:ext>
            </a:extLst>
          </p:cNvPr>
          <p:cNvSpPr/>
          <p:nvPr/>
        </p:nvSpPr>
        <p:spPr>
          <a:xfrm>
            <a:off x="6022428" y="5459502"/>
            <a:ext cx="3121571" cy="30312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21</Words>
  <Application>Microsoft Office PowerPoint</Application>
  <PresentationFormat>Экран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 Black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2025-06-01T18:42:40Z</dcterms:modified>
</cp:coreProperties>
</file>