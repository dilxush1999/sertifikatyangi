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326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7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593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65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121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345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298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615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24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733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91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028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FF2B5EF4-FFF2-40B4-BE49-F238E27FC236}">
                <a16:creationId xmlns:a16="http://schemas.microsoft.com/office/drawing/2014/main" id="{445CB66D-5D36-41DD-BBB6-19552B2400F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2" name="Rectangle 10">
            <a:extLst>
              <a:ext uri="{FF2B5EF4-FFF2-40B4-BE49-F238E27FC236}">
                <a16:creationId xmlns:a16="http://schemas.microsoft.com/office/drawing/2014/main" id="{876A96BC-CA3A-4ABC-8882-93B38C469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2" name="Rectangle 18">
            <a:extLst>
              <a:ext uri="{FF2B5EF4-FFF2-40B4-BE49-F238E27FC236}">
                <a16:creationId xmlns:a16="http://schemas.microsoft.com/office/drawing/2014/main" id="{36D757F1-6B05-4507-8DBE-EDFFFD4FD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5B2AE16-7C6B-49F6-B5AC-1F52F8957720}"/>
              </a:ext>
            </a:extLst>
          </p:cNvPr>
          <p:cNvSpPr/>
          <p:nvPr/>
        </p:nvSpPr>
        <p:spPr>
          <a:xfrm>
            <a:off x="2009775" y="2430252"/>
            <a:ext cx="5810715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11B0E357-BB24-434F-BFAC-BE4A007C4199}"/>
              </a:ext>
            </a:extLst>
          </p:cNvPr>
          <p:cNvSpPr/>
          <p:nvPr/>
        </p:nvSpPr>
        <p:spPr>
          <a:xfrm>
            <a:off x="2381250" y="2984253"/>
            <a:ext cx="4695826" cy="180316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CB866EF7-88E0-4097-ACE9-C27C7D3729A7}"/>
              </a:ext>
            </a:extLst>
          </p:cNvPr>
          <p:cNvSpPr/>
          <p:nvPr/>
        </p:nvSpPr>
        <p:spPr>
          <a:xfrm>
            <a:off x="2674844" y="5875649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855A9395-C5C5-46A2-BC16-CF7536A19A58}"/>
              </a:ext>
            </a:extLst>
          </p:cNvPr>
          <p:cNvSpPr/>
          <p:nvPr/>
        </p:nvSpPr>
        <p:spPr>
          <a:xfrm>
            <a:off x="1492432" y="5423411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E6BF2976-50BB-4277-A566-621D9DCA8302}"/>
              </a:ext>
            </a:extLst>
          </p:cNvPr>
          <p:cNvSpPr/>
          <p:nvPr/>
        </p:nvSpPr>
        <p:spPr>
          <a:xfrm>
            <a:off x="4666597" y="5797042"/>
            <a:ext cx="2096814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20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11</cp:revision>
  <dcterms:created xsi:type="dcterms:W3CDTF">2025-05-19T15:28:49Z</dcterms:created>
  <dcterms:modified xsi:type="dcterms:W3CDTF">2025-06-01T20:08:58Z</dcterms:modified>
</cp:coreProperties>
</file>