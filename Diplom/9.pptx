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450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653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41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120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03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39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295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49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33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413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439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173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>
            <a:extLst>
              <a:ext uri="{FF2B5EF4-FFF2-40B4-BE49-F238E27FC236}">
                <a16:creationId xmlns:a16="http://schemas.microsoft.com/office/drawing/2014/main" id="{16CECC38-99D3-438B-AA93-2477365CFD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E4564C2C-903A-4EBA-A483-79D733040AB2}"/>
              </a:ext>
            </a:extLst>
          </p:cNvPr>
          <p:cNvSpPr/>
          <p:nvPr/>
        </p:nvSpPr>
        <p:spPr>
          <a:xfrm>
            <a:off x="1571625" y="2839571"/>
            <a:ext cx="5820351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6A9F93E2-0113-4658-A02B-8B2BA2582924}"/>
              </a:ext>
            </a:extLst>
          </p:cNvPr>
          <p:cNvSpPr/>
          <p:nvPr/>
        </p:nvSpPr>
        <p:spPr>
          <a:xfrm>
            <a:off x="2047875" y="3389586"/>
            <a:ext cx="5172075" cy="151349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52C4E2B2-6A0C-4D80-8135-9C3B76D78116}"/>
              </a:ext>
            </a:extLst>
          </p:cNvPr>
          <p:cNvSpPr/>
          <p:nvPr/>
        </p:nvSpPr>
        <p:spPr>
          <a:xfrm>
            <a:off x="2627556" y="5831313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FBF75D38-B7DF-480D-AEF0-7B90368E0EC8}"/>
              </a:ext>
            </a:extLst>
          </p:cNvPr>
          <p:cNvSpPr/>
          <p:nvPr/>
        </p:nvSpPr>
        <p:spPr>
          <a:xfrm>
            <a:off x="1492432" y="5423411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5512CF1D-7961-449E-83D1-BE0269CC84E2}"/>
              </a:ext>
            </a:extLst>
          </p:cNvPr>
          <p:cNvSpPr/>
          <p:nvPr/>
        </p:nvSpPr>
        <p:spPr>
          <a:xfrm>
            <a:off x="4525005" y="5836759"/>
            <a:ext cx="3126563" cy="24721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19</Words>
  <Application>Microsoft Office PowerPoint</Application>
  <PresentationFormat>Экран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2025-06-01T18:36:05Z</dcterms:modified>
</cp:coreProperties>
</file>