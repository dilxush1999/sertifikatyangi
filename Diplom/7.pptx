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8610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3350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1633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1494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185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9572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22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8378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473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9697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5634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793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7">
            <a:extLst>
              <a:ext uri="{FF2B5EF4-FFF2-40B4-BE49-F238E27FC236}">
                <a16:creationId xmlns:a16="http://schemas.microsoft.com/office/drawing/2014/main" id="{0C90CBD0-7B26-4462-9253-E60E728932E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-1" y="1"/>
            <a:ext cx="9144001" cy="6858000"/>
          </a:xfrm>
          <a:prstGeom prst="rect">
            <a:avLst/>
          </a:prstGeom>
        </p:spPr>
      </p:pic>
      <p:sp>
        <p:nvSpPr>
          <p:cNvPr id="2" name="Rectangle 10">
            <a:extLst>
              <a:ext uri="{FF2B5EF4-FFF2-40B4-BE49-F238E27FC236}">
                <a16:creationId xmlns:a16="http://schemas.microsoft.com/office/drawing/2014/main" id="{30316A93-82A7-4D11-890D-156BCB2D3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32950"/>
            <a:ext cx="158011" cy="335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/>
          </a:p>
        </p:txBody>
      </p:sp>
      <p:sp>
        <p:nvSpPr>
          <p:cNvPr id="12" name="Rectangle 18">
            <a:extLst>
              <a:ext uri="{FF2B5EF4-FFF2-40B4-BE49-F238E27FC236}">
                <a16:creationId xmlns:a16="http://schemas.microsoft.com/office/drawing/2014/main" id="{66349D37-1E8B-4742-B60B-BFFF05394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85802" y="133075"/>
            <a:ext cx="158011" cy="530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825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ru-RU" altLang="ru-RU" sz="825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</a:br>
            <a:endParaRPr lang="ru-RU" altLang="ru-RU" sz="1350">
              <a:latin typeface="Arial" panose="020B0604020202020204" pitchFamily="34" charset="0"/>
            </a:endParaRP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035AB0E1-1A60-44D9-8055-A79E247040F4}"/>
              </a:ext>
            </a:extLst>
          </p:cNvPr>
          <p:cNvSpPr/>
          <p:nvPr/>
        </p:nvSpPr>
        <p:spPr>
          <a:xfrm>
            <a:off x="2495550" y="2273115"/>
            <a:ext cx="5486399" cy="367216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FACAC555-EF1B-42C5-8E90-56C289F4223D}"/>
              </a:ext>
            </a:extLst>
          </p:cNvPr>
          <p:cNvSpPr/>
          <p:nvPr/>
        </p:nvSpPr>
        <p:spPr>
          <a:xfrm>
            <a:off x="2666587" y="2753663"/>
            <a:ext cx="4854353" cy="170797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diplom_matni</a:t>
            </a:r>
            <a:r>
              <a:rPr lang="en-US" sz="1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71">
            <a:extLst>
              <a:ext uri="{FF2B5EF4-FFF2-40B4-BE49-F238E27FC236}">
                <a16:creationId xmlns:a16="http://schemas.microsoft.com/office/drawing/2014/main" id="{8B0FF8E0-8CD4-4744-89E0-D35727056D9C}"/>
              </a:ext>
            </a:extLst>
          </p:cNvPr>
          <p:cNvSpPr/>
          <p:nvPr/>
        </p:nvSpPr>
        <p:spPr>
          <a:xfrm>
            <a:off x="2666587" y="5681909"/>
            <a:ext cx="1516793" cy="28725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05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79D78763-BC55-4E82-8809-16C8A7D0724E}"/>
              </a:ext>
            </a:extLst>
          </p:cNvPr>
          <p:cNvSpPr/>
          <p:nvPr/>
        </p:nvSpPr>
        <p:spPr>
          <a:xfrm>
            <a:off x="7551184" y="5474756"/>
            <a:ext cx="1540142" cy="125706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77D6C723-A0FA-4BED-A349-9003D0B09DD0}"/>
              </a:ext>
            </a:extLst>
          </p:cNvPr>
          <p:cNvSpPr/>
          <p:nvPr/>
        </p:nvSpPr>
        <p:spPr>
          <a:xfrm>
            <a:off x="3988676" y="5744973"/>
            <a:ext cx="3184634" cy="28725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20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8</cp:revision>
  <dcterms:created xsi:type="dcterms:W3CDTF">2025-05-19T15:28:49Z</dcterms:created>
  <dcterms:modified xsi:type="dcterms:W3CDTF">2025-06-01T18:35:04Z</dcterms:modified>
</cp:coreProperties>
</file>