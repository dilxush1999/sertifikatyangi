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4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66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54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901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44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21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66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56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929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3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91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95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15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A2535B20-D367-467D-A9EC-CE778B42C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97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3846C538-0FF1-4B4F-B86D-4052B0C85A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13" name="Rectangle 20">
            <a:extLst>
              <a:ext uri="{FF2B5EF4-FFF2-40B4-BE49-F238E27FC236}">
                <a16:creationId xmlns:a16="http://schemas.microsoft.com/office/drawing/2014/main" id="{2DA2CD65-372A-48E7-A432-C622EDEF1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AB3F04D6-A991-476F-9484-E5C7531622B4}"/>
              </a:ext>
            </a:extLst>
          </p:cNvPr>
          <p:cNvSpPr/>
          <p:nvPr/>
        </p:nvSpPr>
        <p:spPr>
          <a:xfrm>
            <a:off x="1181100" y="2513636"/>
            <a:ext cx="6781799" cy="4977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88D6841-8BCB-40D9-9069-B474754D5A9C}"/>
              </a:ext>
            </a:extLst>
          </p:cNvPr>
          <p:cNvSpPr/>
          <p:nvPr/>
        </p:nvSpPr>
        <p:spPr>
          <a:xfrm>
            <a:off x="2028826" y="3137331"/>
            <a:ext cx="5162550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B0464744-0B5D-42BC-BED2-80700AAB216C}"/>
              </a:ext>
            </a:extLst>
          </p:cNvPr>
          <p:cNvSpPr/>
          <p:nvPr/>
        </p:nvSpPr>
        <p:spPr>
          <a:xfrm>
            <a:off x="2627574" y="6017547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672039-AF70-4581-9A0C-752C0F86C2A6}"/>
              </a:ext>
            </a:extLst>
          </p:cNvPr>
          <p:cNvSpPr/>
          <p:nvPr/>
        </p:nvSpPr>
        <p:spPr>
          <a:xfrm>
            <a:off x="2933700" y="1527313"/>
            <a:ext cx="3324225" cy="83099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2124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 Black" panose="02070A03080606020203" pitchFamily="18" charset="0"/>
              </a:rPr>
              <a:t>DIPLOM</a:t>
            </a:r>
            <a:endParaRPr lang="ru-RU" sz="4800" b="0" cap="none" spc="0" dirty="0">
              <a:ln w="0"/>
              <a:solidFill>
                <a:srgbClr val="2124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77CA35F1-DBEB-4995-9EE3-47170AC41B87}"/>
              </a:ext>
            </a:extLst>
          </p:cNvPr>
          <p:cNvSpPr/>
          <p:nvPr/>
        </p:nvSpPr>
        <p:spPr>
          <a:xfrm>
            <a:off x="1287474" y="5470709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EB41D5CE-94DF-4453-B43D-989864F28A64}"/>
              </a:ext>
            </a:extLst>
          </p:cNvPr>
          <p:cNvSpPr/>
          <p:nvPr/>
        </p:nvSpPr>
        <p:spPr>
          <a:xfrm>
            <a:off x="4682358" y="6024123"/>
            <a:ext cx="2380594" cy="24608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21</Words>
  <Application>Microsoft Office PowerPoint</Application>
  <PresentationFormat>Экран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Bodoni MT Black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2025-06-01T18:43:19Z</dcterms:modified>
</cp:coreProperties>
</file>