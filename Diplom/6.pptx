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72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46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40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36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31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82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282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42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09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92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60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F801428D-5D59-480E-B142-9493F0BB01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44001" cy="6858000"/>
          </a:xfrm>
          <a:prstGeom prst="rect">
            <a:avLst/>
          </a:prstGeom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FABD067C-1125-4C57-9FC2-70970EEEA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950"/>
            <a:ext cx="158011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12D59E93-CD75-4FE2-BCC4-1E43AF44D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85802" y="133075"/>
            <a:ext cx="158011" cy="530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825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825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 sz="1350">
              <a:latin typeface="Arial" panose="020B0604020202020204" pitchFamily="34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F192A143-C926-4149-B744-04B9A430A6F6}"/>
              </a:ext>
            </a:extLst>
          </p:cNvPr>
          <p:cNvSpPr/>
          <p:nvPr/>
        </p:nvSpPr>
        <p:spPr>
          <a:xfrm>
            <a:off x="3237717" y="5458175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42520762-549B-4CF4-8BE0-057504DBBCDD}"/>
              </a:ext>
            </a:extLst>
          </p:cNvPr>
          <p:cNvSpPr/>
          <p:nvPr/>
        </p:nvSpPr>
        <p:spPr>
          <a:xfrm>
            <a:off x="2828924" y="3216166"/>
            <a:ext cx="48863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7F2CEDA5-D754-4748-96D9-6AFD60FCB3F9}"/>
              </a:ext>
            </a:extLst>
          </p:cNvPr>
          <p:cNvSpPr/>
          <p:nvPr/>
        </p:nvSpPr>
        <p:spPr>
          <a:xfrm>
            <a:off x="2600325" y="2596219"/>
            <a:ext cx="5619750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37578456-1DF9-4ACD-B17C-644B6659D127}"/>
              </a:ext>
            </a:extLst>
          </p:cNvPr>
          <p:cNvSpPr/>
          <p:nvPr/>
        </p:nvSpPr>
        <p:spPr>
          <a:xfrm>
            <a:off x="7287641" y="420310"/>
            <a:ext cx="1540142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A7A8EAA9-629F-4F73-8227-50F2A8540602}"/>
              </a:ext>
            </a:extLst>
          </p:cNvPr>
          <p:cNvSpPr/>
          <p:nvPr/>
        </p:nvSpPr>
        <p:spPr>
          <a:xfrm>
            <a:off x="5738648" y="5446141"/>
            <a:ext cx="30900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2025-06-01T18:34:32Z</dcterms:modified>
</cp:coreProperties>
</file>