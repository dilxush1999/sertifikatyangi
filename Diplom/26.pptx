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315"/>
    <a:srgbClr val="223E3C"/>
    <a:srgbClr val="6AA88F"/>
    <a:srgbClr val="77B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92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43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40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155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40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37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87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6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8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873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58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30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7AD0F6F-5804-4E4F-9260-DD4A1B474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469A31C-AA01-4209-A1E2-6BD37D67FD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05" y="0"/>
            <a:ext cx="9143999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1E206CFB-814A-4BB8-AF3A-CB7310790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EF3C0E4-0582-4C11-AAE4-CDEB62C7CAF8}"/>
              </a:ext>
            </a:extLst>
          </p:cNvPr>
          <p:cNvSpPr/>
          <p:nvPr/>
        </p:nvSpPr>
        <p:spPr>
          <a:xfrm>
            <a:off x="1371600" y="3201082"/>
            <a:ext cx="6076950" cy="44682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82A83D9-297C-493F-B232-5635CA457931}"/>
              </a:ext>
            </a:extLst>
          </p:cNvPr>
          <p:cNvSpPr/>
          <p:nvPr/>
        </p:nvSpPr>
        <p:spPr>
          <a:xfrm>
            <a:off x="1857375" y="3720658"/>
            <a:ext cx="5048716" cy="12139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0EC2BA2-4697-4747-83A5-39AE0A53CAF9}"/>
              </a:ext>
            </a:extLst>
          </p:cNvPr>
          <p:cNvSpPr/>
          <p:nvPr/>
        </p:nvSpPr>
        <p:spPr>
          <a:xfrm>
            <a:off x="2837455" y="514091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114A37-5849-4BA1-AF14-68BAB1F6A274}"/>
              </a:ext>
            </a:extLst>
          </p:cNvPr>
          <p:cNvSpPr/>
          <p:nvPr/>
        </p:nvSpPr>
        <p:spPr>
          <a:xfrm>
            <a:off x="4281487" y="284428"/>
            <a:ext cx="4124325" cy="1015663"/>
          </a:xfrm>
          <a:prstGeom prst="rect">
            <a:avLst/>
          </a:prstGeom>
          <a:solidFill>
            <a:srgbClr val="091315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spc="50" dirty="0">
                <a:ln w="0">
                  <a:solidFill>
                    <a:srgbClr val="223E3C"/>
                  </a:solidFill>
                </a:ln>
                <a:solidFill>
                  <a:srgbClr val="6AA88F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Imprint MT Shadow" panose="04020605060303030202" pitchFamily="82" charset="0"/>
              </a:rPr>
              <a:t>DIPLOM</a:t>
            </a:r>
            <a:endParaRPr lang="ru-RU" sz="6000" b="1" spc="50" dirty="0">
              <a:ln w="0">
                <a:solidFill>
                  <a:srgbClr val="223E3C"/>
                </a:solidFill>
              </a:ln>
              <a:solidFill>
                <a:srgbClr val="6AA88F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05E46485-81A7-42C5-B82B-32FB4E69779F}"/>
              </a:ext>
            </a:extLst>
          </p:cNvPr>
          <p:cNvSpPr/>
          <p:nvPr/>
        </p:nvSpPr>
        <p:spPr>
          <a:xfrm>
            <a:off x="499193" y="5391879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687CF31-1C57-456B-B26E-DE9D58F09B03}"/>
              </a:ext>
            </a:extLst>
          </p:cNvPr>
          <p:cNvSpPr/>
          <p:nvPr/>
        </p:nvSpPr>
        <p:spPr>
          <a:xfrm>
            <a:off x="4377597" y="5143874"/>
            <a:ext cx="2306982" cy="2480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Imprint MT Shadow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2025-06-01T18:44:52Z</dcterms:modified>
</cp:coreProperties>
</file>