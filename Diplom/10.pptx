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5613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8284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5211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6707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5080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915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312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2100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8918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9956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7529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3326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>
            <a:extLst>
              <a:ext uri="{FF2B5EF4-FFF2-40B4-BE49-F238E27FC236}">
                <a16:creationId xmlns:a16="http://schemas.microsoft.com/office/drawing/2014/main" id="{15EE5B60-C9F3-41A0-AC53-AE357E2E2E9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13" name="Rectangle 8">
            <a:extLst>
              <a:ext uri="{FF2B5EF4-FFF2-40B4-BE49-F238E27FC236}">
                <a16:creationId xmlns:a16="http://schemas.microsoft.com/office/drawing/2014/main" id="{64F2BF0A-6EDA-4D68-95E3-C0021D5F4927}"/>
              </a:ext>
            </a:extLst>
          </p:cNvPr>
          <p:cNvSpPr/>
          <p:nvPr/>
        </p:nvSpPr>
        <p:spPr>
          <a:xfrm>
            <a:off x="1866899" y="2868832"/>
            <a:ext cx="5448301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91F785F2-B442-48BC-9C82-1EC64F3645C3}"/>
              </a:ext>
            </a:extLst>
          </p:cNvPr>
          <p:cNvSpPr/>
          <p:nvPr/>
        </p:nvSpPr>
        <p:spPr>
          <a:xfrm>
            <a:off x="2200275" y="3389586"/>
            <a:ext cx="5038725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09879948-A56F-4A45-928B-6E96C8567B2D}"/>
              </a:ext>
            </a:extLst>
          </p:cNvPr>
          <p:cNvSpPr/>
          <p:nvPr/>
        </p:nvSpPr>
        <p:spPr>
          <a:xfrm>
            <a:off x="1866899" y="5280074"/>
            <a:ext cx="1455871" cy="26347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0E2ABC0D-8B59-41CA-8CF0-AA212760101A}"/>
              </a:ext>
            </a:extLst>
          </p:cNvPr>
          <p:cNvSpPr/>
          <p:nvPr/>
        </p:nvSpPr>
        <p:spPr>
          <a:xfrm>
            <a:off x="445805" y="5283358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5E032248-E5B9-4DA8-92E5-3F0C6F8196AD}"/>
              </a:ext>
            </a:extLst>
          </p:cNvPr>
          <p:cNvSpPr/>
          <p:nvPr/>
        </p:nvSpPr>
        <p:spPr>
          <a:xfrm>
            <a:off x="5189668" y="5299125"/>
            <a:ext cx="2992635" cy="24442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19</Words>
  <Application>Microsoft Office PowerPoint</Application>
  <PresentationFormat>Экран (4:3)</PresentationFormat>
  <Paragraphs>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2025-06-01T18:36:41Z</dcterms:modified>
</cp:coreProperties>
</file>