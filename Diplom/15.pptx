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148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673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226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60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58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34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271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48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564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552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79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2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378CF8F1-D13A-4739-B5B3-8E109F11EF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2" name="Rectangle 8">
            <a:extLst>
              <a:ext uri="{FF2B5EF4-FFF2-40B4-BE49-F238E27FC236}">
                <a16:creationId xmlns:a16="http://schemas.microsoft.com/office/drawing/2014/main" id="{C486BD9F-3687-4D71-8D65-40F40F490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340F8D86-32E4-4EA5-B20B-92C76E9B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7A8E9EE-F7DA-4247-83FC-BE09F30B1421}"/>
              </a:ext>
            </a:extLst>
          </p:cNvPr>
          <p:cNvSpPr/>
          <p:nvPr/>
        </p:nvSpPr>
        <p:spPr>
          <a:xfrm>
            <a:off x="1419225" y="2758542"/>
            <a:ext cx="6048375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B7D543D-7F11-4D7B-93AA-69D2542BA4E1}"/>
              </a:ext>
            </a:extLst>
          </p:cNvPr>
          <p:cNvSpPr/>
          <p:nvPr/>
        </p:nvSpPr>
        <p:spPr>
          <a:xfrm>
            <a:off x="1714500" y="3184628"/>
            <a:ext cx="51149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7EB035B3-B05C-4E20-9AF1-7E17B8BE5647}"/>
              </a:ext>
            </a:extLst>
          </p:cNvPr>
          <p:cNvSpPr/>
          <p:nvPr/>
        </p:nvSpPr>
        <p:spPr>
          <a:xfrm>
            <a:off x="2446303" y="4715892"/>
            <a:ext cx="1540142" cy="2466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88FD1283-242C-494D-8AF0-54BED1471FC3}"/>
              </a:ext>
            </a:extLst>
          </p:cNvPr>
          <p:cNvSpPr/>
          <p:nvPr/>
        </p:nvSpPr>
        <p:spPr>
          <a:xfrm>
            <a:off x="767209" y="4981981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4D553B4A-BD34-4AAA-BA54-F0964B28F061}"/>
              </a:ext>
            </a:extLst>
          </p:cNvPr>
          <p:cNvSpPr/>
          <p:nvPr/>
        </p:nvSpPr>
        <p:spPr>
          <a:xfrm>
            <a:off x="4945812" y="4715892"/>
            <a:ext cx="2290561" cy="2466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20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2025-06-01T18:39:11Z</dcterms:modified>
</cp:coreProperties>
</file>