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92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08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27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2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76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97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22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6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4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41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56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052EC286-940C-4E9F-962E-DED64EBFC4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933FE905-CD25-47DA-87F0-9283BE219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7902C412-3774-4EFE-8B49-FE2191F9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90A2DD6-4E89-4473-AD0A-4541EB4866C4}"/>
              </a:ext>
            </a:extLst>
          </p:cNvPr>
          <p:cNvSpPr/>
          <p:nvPr/>
        </p:nvSpPr>
        <p:spPr>
          <a:xfrm>
            <a:off x="2012683" y="2598155"/>
            <a:ext cx="5559692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12BEF48-F2AD-4B1C-BBF5-B9511FA7D36B}"/>
              </a:ext>
            </a:extLst>
          </p:cNvPr>
          <p:cNvSpPr/>
          <p:nvPr/>
        </p:nvSpPr>
        <p:spPr>
          <a:xfrm>
            <a:off x="1943100" y="3189882"/>
            <a:ext cx="5410200" cy="153977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C8E7AE7-1042-46F7-B79C-271BD9D2754E}"/>
              </a:ext>
            </a:extLst>
          </p:cNvPr>
          <p:cNvSpPr/>
          <p:nvPr/>
        </p:nvSpPr>
        <p:spPr>
          <a:xfrm>
            <a:off x="2012683" y="5337545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6CE38C5-8BE7-4434-9D8B-8119E0108788}"/>
              </a:ext>
            </a:extLst>
          </p:cNvPr>
          <p:cNvSpPr/>
          <p:nvPr/>
        </p:nvSpPr>
        <p:spPr>
          <a:xfrm>
            <a:off x="468519" y="5202614"/>
            <a:ext cx="1540142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9CB1C04-03F1-4B4A-9DDF-483D869D6C54}"/>
              </a:ext>
            </a:extLst>
          </p:cNvPr>
          <p:cNvSpPr/>
          <p:nvPr/>
        </p:nvSpPr>
        <p:spPr>
          <a:xfrm>
            <a:off x="4467227" y="5337544"/>
            <a:ext cx="2886074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2025-06-01T18:34:06Z</dcterms:modified>
</cp:coreProperties>
</file>