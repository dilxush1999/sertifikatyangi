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E9C8E6-D644-4B66-80C8-FEC377D2452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1A98B7-70E8-4CE3-BB33-32954A57D755}"/>
              </a:ext>
            </a:extLst>
          </p:cNvPr>
          <p:cNvSpPr txBox="1"/>
          <p:nvPr/>
        </p:nvSpPr>
        <p:spPr>
          <a:xfrm>
            <a:off x="3472356" y="585051"/>
            <a:ext cx="6093372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3368675" algn="l"/>
              </a:tabLst>
            </a:pPr>
            <a:r>
              <a:rPr lang="uz-Cyrl-UZ" sz="2400" b="1" dirty="0">
                <a:solidFill>
                  <a:srgbClr val="94363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ТАКЛИФНОМА</a:t>
            </a:r>
            <a:endParaRPr lang="ru-RU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E42D285-FC61-40DE-8C77-29F8713F2545}"/>
              </a:ext>
            </a:extLst>
          </p:cNvPr>
          <p:cNvSpPr/>
          <p:nvPr/>
        </p:nvSpPr>
        <p:spPr>
          <a:xfrm>
            <a:off x="3472356" y="1408915"/>
            <a:ext cx="6917119" cy="217190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D52905FD-00D9-41D1-BDFB-CC0D05233E43}"/>
              </a:ext>
            </a:extLst>
          </p:cNvPr>
          <p:cNvSpPr/>
          <p:nvPr/>
        </p:nvSpPr>
        <p:spPr>
          <a:xfrm>
            <a:off x="5612524" y="4225159"/>
            <a:ext cx="5155324" cy="764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</a:t>
            </a:r>
            <a:r>
              <a:rPr lang="en-US" sz="16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_ega}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3</cp:revision>
  <dcterms:created xsi:type="dcterms:W3CDTF">2025-05-21T19:34:14Z</dcterms:created>
  <dcterms:modified xsi:type="dcterms:W3CDTF">2025-05-21T19:53:02Z</dcterms:modified>
</cp:coreProperties>
</file>