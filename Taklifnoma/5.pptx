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42DBAD-F4DB-4FB2-918F-CC646726845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D5516A-1BCC-42D6-A23E-67C310FF30D6}"/>
              </a:ext>
            </a:extLst>
          </p:cNvPr>
          <p:cNvSpPr txBox="1"/>
          <p:nvPr/>
        </p:nvSpPr>
        <p:spPr>
          <a:xfrm>
            <a:off x="3614245" y="1312447"/>
            <a:ext cx="6093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3200" b="1" dirty="0">
                <a:solidFill>
                  <a:srgbClr val="9436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sz="3200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2DBCEF0B-DF98-45C9-AC1D-A0387170FBC9}"/>
              </a:ext>
            </a:extLst>
          </p:cNvPr>
          <p:cNvSpPr/>
          <p:nvPr/>
        </p:nvSpPr>
        <p:spPr>
          <a:xfrm>
            <a:off x="2432486" y="1868815"/>
            <a:ext cx="6348906" cy="25240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35F5590-41AF-47C3-9859-379AD5931438}"/>
              </a:ext>
            </a:extLst>
          </p:cNvPr>
          <p:cNvSpPr/>
          <p:nvPr/>
        </p:nvSpPr>
        <p:spPr>
          <a:xfrm>
            <a:off x="3582713" y="4360456"/>
            <a:ext cx="5360276" cy="74221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2</cp:revision>
  <dcterms:created xsi:type="dcterms:W3CDTF">2025-05-21T19:34:14Z</dcterms:created>
  <dcterms:modified xsi:type="dcterms:W3CDTF">2025-05-21T21:11:19Z</dcterms:modified>
</cp:coreProperties>
</file>