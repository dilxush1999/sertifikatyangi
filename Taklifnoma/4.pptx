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F9DC6-9449-4327-AD35-54E66EDDA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EE06F8-1168-4ADF-B508-C5FB04C29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E4B2B4-38B1-4DB1-BB3B-28E0D8B9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89794F-2BFB-4856-90F5-FACA2F6D2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D1B987-2258-45D5-BA38-8A6A93CC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93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A60AE3-1F72-4A44-AB99-F918117E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D403B4-A309-437A-B95A-6FB362231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AF9A4C-5419-46F9-8C62-F0C9B5D8F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39B05E-EB22-4CA6-9EC5-1F032858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7A41C9-0564-40BC-8A45-D63C5B86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261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0F3BC-13D3-46F8-9741-975BE5527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5EF54A-3AB2-432B-946A-72A7EDDAD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4A8E0C-C777-4496-82B9-439C43DFD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612071-4937-4613-A974-BCBE3464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F4EEE1-25A5-4A80-948C-DA611B3E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68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24E6D-9AA5-4D86-9E09-33370BF9C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A97736-5FC8-47C6-96FB-8D41C36140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838AB1-BA13-432C-837C-4592DF668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D1ADB9-D609-49ED-8C9C-CAA9B1F7D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B47A54-6B53-4422-ADE4-34652996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4BA3DD-5339-4699-900A-B6EB10E9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32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F7C4F-03E3-4E77-AF41-882FF16C5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E682D2-EF0E-46CC-A7C7-1E45AE341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D562F4-1B04-4EB3-A730-621790A4D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DA2A4FD-1A3C-4F13-A3D2-D8F9AD60A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5E0C7C1-52DE-4AAD-9B23-AEF4ABBBF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F4B7D07-0709-4B00-8C5F-F5E63FEF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E09ECB-CA69-4A5B-97F5-66A1424C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C2E3F2B-8AC3-46ED-B398-6D49E970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55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66DA7-9C02-4ABF-AE41-C09F79B0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2EF1C6-CCB6-4856-AA0D-345C655FF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EB0D00-A732-45AD-8E87-D3ABF5B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359E7B2-C676-4B44-BF1C-95E68379C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908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7D73BB-DDAF-4306-8895-E6A7FBAF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06D8850-114C-4DEB-8E76-60A492DE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43AEE2-3BC5-41C6-94B5-66D72FAD7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1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FEC255-12E3-4A88-98E7-2C174BC6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784161-7BF6-486F-B4BD-541B4BD95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5A70C2-B9BC-4687-9626-D19ABA3D4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43FDD5-12AE-4C7F-8F52-DE6F7D8DA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DDA7C9-C68F-476E-B2FD-450256E74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85FBA2-33C5-4C13-A2AA-8DDAA007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334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5F531-00F3-45BD-A669-D2851E294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404F96-1BD4-426A-A262-ACB162BD65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EF8491-AF0A-4474-9C9A-37E8A6FDA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123BBF-EB8B-479F-A895-F91A45D5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C75C23-E769-4480-AC9C-E356CDE6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7E0C47-EEFA-42C8-BE36-B0CBD61B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249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742243-4B75-4A1F-BFCD-9E408E5E5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3573FE-BEC2-4A4A-B0FE-BDFC745C6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379205-14F4-4899-843C-1E9608387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C20049-6FD8-4285-A514-7C5B8A7D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325D5E-0049-4253-A946-EF3BC7F9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6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52568F-751A-4969-8F06-298316A64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73B62B-4F0D-4180-BE96-28848FCE2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760789-6F7F-4A5C-924D-8CCE6336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A20FEA-4BC4-4019-9F11-D29E37AF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753E97-7B1A-420D-ADAA-A6DFD2C5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614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066E8-27F7-4D0F-94F2-2BF1AF67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943518-75F6-4DB5-9CAD-3DFE6C55D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B0575B-3C6A-4567-AB78-10291401C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5A3F2B-90A1-4538-BCDA-C77AD9865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4F28A4-DE81-4964-94A2-49E038D26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99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Фон для пригласительного на свадьбу вертикальный">
            <a:extLst>
              <a:ext uri="{FF2B5EF4-FFF2-40B4-BE49-F238E27FC236}">
                <a16:creationId xmlns:a16="http://schemas.microsoft.com/office/drawing/2014/main" id="{A081224A-8DA3-4C98-8D11-610587C48AC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6F5305-0CAF-4409-A242-7D26C5D419D6}"/>
              </a:ext>
            </a:extLst>
          </p:cNvPr>
          <p:cNvSpPr txBox="1"/>
          <p:nvPr/>
        </p:nvSpPr>
        <p:spPr>
          <a:xfrm>
            <a:off x="4221874" y="942569"/>
            <a:ext cx="37482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z-Cyrl-UZ" sz="3200" b="1" dirty="0">
                <a:solidFill>
                  <a:srgbClr val="94363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ТАКЛИФНОМА</a:t>
            </a:r>
            <a:endParaRPr lang="ru-RU" sz="3200" dirty="0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C1AA8242-11E2-492B-B638-6478A4486FF6}"/>
              </a:ext>
            </a:extLst>
          </p:cNvPr>
          <p:cNvSpPr/>
          <p:nvPr/>
        </p:nvSpPr>
        <p:spPr>
          <a:xfrm>
            <a:off x="2401285" y="1781503"/>
            <a:ext cx="7940894" cy="252404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spc="-1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info_text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A8AC7194-CC44-436F-AA92-C33FE288AC2D}"/>
              </a:ext>
            </a:extLst>
          </p:cNvPr>
          <p:cNvSpPr/>
          <p:nvPr/>
        </p:nvSpPr>
        <p:spPr>
          <a:xfrm>
            <a:off x="378372" y="5524246"/>
            <a:ext cx="6337739" cy="112561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manzil_va_ega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5604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</Words>
  <Application>Microsoft Office PowerPoint</Application>
  <PresentationFormat>Широкоэкранный</PresentationFormat>
  <Paragraphs>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2</cp:revision>
  <dcterms:created xsi:type="dcterms:W3CDTF">2025-05-21T19:34:14Z</dcterms:created>
  <dcterms:modified xsi:type="dcterms:W3CDTF">2025-05-21T21:09:11Z</dcterms:modified>
</cp:coreProperties>
</file>