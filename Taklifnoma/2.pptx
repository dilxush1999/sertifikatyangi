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9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8DC3F37-5F62-4AD4-BEC7-AC5B2D5BBC8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2"/>
            <a:ext cx="6858002" cy="12192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730CFC-EF47-4570-96D7-750B053DAA40}"/>
              </a:ext>
            </a:extLst>
          </p:cNvPr>
          <p:cNvSpPr txBox="1"/>
          <p:nvPr/>
        </p:nvSpPr>
        <p:spPr>
          <a:xfrm>
            <a:off x="2834640" y="993378"/>
            <a:ext cx="6096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368675" algn="l"/>
              </a:tabLst>
            </a:pPr>
            <a:r>
              <a:rPr lang="uz-Cyrl-UZ" sz="2800" b="1" dirty="0">
                <a:solidFill>
                  <a:srgbClr val="94363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ТАКЛИФНОМА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6590F74-9017-469C-B369-3C66518C28DD}"/>
              </a:ext>
            </a:extLst>
          </p:cNvPr>
          <p:cNvSpPr/>
          <p:nvPr/>
        </p:nvSpPr>
        <p:spPr>
          <a:xfrm>
            <a:off x="2576480" y="1677483"/>
            <a:ext cx="7222840" cy="24468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9E56515A-DCA8-4DF3-BCC4-A93ADA66F2F5}"/>
              </a:ext>
            </a:extLst>
          </p:cNvPr>
          <p:cNvSpPr/>
          <p:nvPr/>
        </p:nvSpPr>
        <p:spPr>
          <a:xfrm>
            <a:off x="4480560" y="4602479"/>
            <a:ext cx="5830088" cy="764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manzil_va_ega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2</cp:revision>
  <dcterms:created xsi:type="dcterms:W3CDTF">2025-05-21T19:34:14Z</dcterms:created>
  <dcterms:modified xsi:type="dcterms:W3CDTF">2025-05-21T21:00:18Z</dcterms:modified>
</cp:coreProperties>
</file>