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692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43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402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155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40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370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87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96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58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873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058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30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7AD0F6F-5804-4E4F-9260-DD4A1B474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469A31C-AA01-4209-A1E2-6BD37D67FD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05" y="0"/>
            <a:ext cx="9143999" cy="6858000"/>
          </a:xfrm>
          <a:prstGeom prst="rect">
            <a:avLst/>
          </a:prstGeom>
        </p:spPr>
      </p:pic>
      <p:sp>
        <p:nvSpPr>
          <p:cNvPr id="11" name="Rectangle 16">
            <a:extLst>
              <a:ext uri="{FF2B5EF4-FFF2-40B4-BE49-F238E27FC236}">
                <a16:creationId xmlns:a16="http://schemas.microsoft.com/office/drawing/2014/main" id="{1E206CFB-814A-4BB8-AF3A-CB7310790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FEF3C0E4-0582-4C11-AAE4-CDEB62C7CAF8}"/>
              </a:ext>
            </a:extLst>
          </p:cNvPr>
          <p:cNvSpPr/>
          <p:nvPr/>
        </p:nvSpPr>
        <p:spPr>
          <a:xfrm>
            <a:off x="1371600" y="3201082"/>
            <a:ext cx="6076950" cy="44682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82A83D9-297C-493F-B232-5635CA457931}"/>
              </a:ext>
            </a:extLst>
          </p:cNvPr>
          <p:cNvSpPr/>
          <p:nvPr/>
        </p:nvSpPr>
        <p:spPr>
          <a:xfrm>
            <a:off x="1857375" y="3720658"/>
            <a:ext cx="5048716" cy="121395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00EC2BA2-4697-4747-83A5-39AE0A53CAF9}"/>
              </a:ext>
            </a:extLst>
          </p:cNvPr>
          <p:cNvSpPr/>
          <p:nvPr/>
        </p:nvSpPr>
        <p:spPr>
          <a:xfrm>
            <a:off x="2837455" y="5140913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05718C3D-9E63-485B-A6AE-06BA80C65242}"/>
              </a:ext>
            </a:extLst>
          </p:cNvPr>
          <p:cNvSpPr/>
          <p:nvPr/>
        </p:nvSpPr>
        <p:spPr>
          <a:xfrm>
            <a:off x="4377597" y="5143874"/>
            <a:ext cx="2306982" cy="24800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2F56AE7B-C3EF-4ECB-976F-61CF8E49B210}"/>
              </a:ext>
            </a:extLst>
          </p:cNvPr>
          <p:cNvSpPr/>
          <p:nvPr/>
        </p:nvSpPr>
        <p:spPr>
          <a:xfrm>
            <a:off x="499193" y="5391879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6</cp:revision>
  <dcterms:created xsi:type="dcterms:W3CDTF">2025-05-19T15:28:49Z</dcterms:created>
  <dcterms:modified xsi:type="dcterms:W3CDTF">2025-06-01T18:01:07Z</dcterms:modified>
</cp:coreProperties>
</file>