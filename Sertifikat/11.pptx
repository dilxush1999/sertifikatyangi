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127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1607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765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8294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2801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1724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054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5537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586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20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5379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6550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676164D4-77FC-4FF8-A381-88D0ADAC3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32950"/>
            <a:ext cx="158011" cy="335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ABADE851-5985-4AEF-961D-B9161984C0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1" name="Rectangle 16">
            <a:extLst>
              <a:ext uri="{FF2B5EF4-FFF2-40B4-BE49-F238E27FC236}">
                <a16:creationId xmlns:a16="http://schemas.microsoft.com/office/drawing/2014/main" id="{D30563A5-46A2-4E4D-91F5-73040E87F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85802" y="133075"/>
            <a:ext cx="158011" cy="530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825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ru-RU" altLang="ru-RU" sz="825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ru-RU" altLang="ru-RU" sz="1350">
              <a:latin typeface="Arial" panose="020B0604020202020204" pitchFamily="34" charset="0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5C109B71-C02A-4EF1-BF3F-4DFFF842344D}"/>
              </a:ext>
            </a:extLst>
          </p:cNvPr>
          <p:cNvSpPr/>
          <p:nvPr/>
        </p:nvSpPr>
        <p:spPr>
          <a:xfrm>
            <a:off x="1247775" y="2631914"/>
            <a:ext cx="6191249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9CBC5664-45F5-4B05-A90E-A74EB39E9954}"/>
              </a:ext>
            </a:extLst>
          </p:cNvPr>
          <p:cNvSpPr/>
          <p:nvPr/>
        </p:nvSpPr>
        <p:spPr>
          <a:xfrm>
            <a:off x="1724040" y="3247692"/>
            <a:ext cx="5391135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E99AD0F2-1F54-418C-B7BE-79131A9D6297}"/>
              </a:ext>
            </a:extLst>
          </p:cNvPr>
          <p:cNvSpPr/>
          <p:nvPr/>
        </p:nvSpPr>
        <p:spPr>
          <a:xfrm>
            <a:off x="1697385" y="5594824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FEB0D514-A2E8-43A1-B793-DE7BCAFA102C}"/>
              </a:ext>
            </a:extLst>
          </p:cNvPr>
          <p:cNvSpPr/>
          <p:nvPr/>
        </p:nvSpPr>
        <p:spPr>
          <a:xfrm>
            <a:off x="4887614" y="5607638"/>
            <a:ext cx="3625764" cy="25265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FFBF7CA5-2970-4C95-92B4-3D508508B005}"/>
              </a:ext>
            </a:extLst>
          </p:cNvPr>
          <p:cNvSpPr/>
          <p:nvPr/>
        </p:nvSpPr>
        <p:spPr>
          <a:xfrm>
            <a:off x="7312896" y="288170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21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9</cp:revision>
  <dcterms:created xsi:type="dcterms:W3CDTF">2025-05-19T15:28:49Z</dcterms:created>
  <dcterms:modified xsi:type="dcterms:W3CDTF">2025-06-01T18:37:04Z</dcterms:modified>
</cp:coreProperties>
</file>