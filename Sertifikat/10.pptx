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61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28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21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70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08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91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12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0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91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95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52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32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037C9EE5-FC06-4891-ACB8-C3A46EA90C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64F2BF0A-6EDA-4D68-95E3-C0021D5F4927}"/>
              </a:ext>
            </a:extLst>
          </p:cNvPr>
          <p:cNvSpPr/>
          <p:nvPr/>
        </p:nvSpPr>
        <p:spPr>
          <a:xfrm>
            <a:off x="1866899" y="2868832"/>
            <a:ext cx="5448301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91F785F2-B442-48BC-9C82-1EC64F3645C3}"/>
              </a:ext>
            </a:extLst>
          </p:cNvPr>
          <p:cNvSpPr/>
          <p:nvPr/>
        </p:nvSpPr>
        <p:spPr>
          <a:xfrm>
            <a:off x="2200275" y="3389586"/>
            <a:ext cx="50387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9879948-A56F-4A45-928B-6E96C8567B2D}"/>
              </a:ext>
            </a:extLst>
          </p:cNvPr>
          <p:cNvSpPr/>
          <p:nvPr/>
        </p:nvSpPr>
        <p:spPr>
          <a:xfrm>
            <a:off x="1866899" y="5280074"/>
            <a:ext cx="1455871" cy="26347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E76D4F2-58DD-4ECF-A540-E186509145A0}"/>
              </a:ext>
            </a:extLst>
          </p:cNvPr>
          <p:cNvSpPr/>
          <p:nvPr/>
        </p:nvSpPr>
        <p:spPr>
          <a:xfrm>
            <a:off x="5189668" y="5299125"/>
            <a:ext cx="2992635" cy="2444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CCC6FB5-2C45-4406-98B8-730D35A31C77}"/>
              </a:ext>
            </a:extLst>
          </p:cNvPr>
          <p:cNvSpPr/>
          <p:nvPr/>
        </p:nvSpPr>
        <p:spPr>
          <a:xfrm>
            <a:off x="445805" y="5283358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20</Words>
  <Application>Microsoft Office PowerPoint</Application>
  <PresentationFormat>Экран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2025-05-19T15:28:49Z</dcterms:created>
  <dcterms:modified xsi:type="dcterms:W3CDTF">2025-06-01T18:36:39Z</dcterms:modified>
</cp:coreProperties>
</file>