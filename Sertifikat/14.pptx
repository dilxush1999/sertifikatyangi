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75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3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05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3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21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30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72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07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4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296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3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E6E3C65-0616-4176-B599-F92DD116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4EBEEB1B-B564-4687-AF00-A12795D195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D1FF9098-0C37-42EC-8E28-8BE3A0E1D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D101079F-B299-4CE5-86BD-ED8BC6910989}"/>
              </a:ext>
            </a:extLst>
          </p:cNvPr>
          <p:cNvSpPr/>
          <p:nvPr/>
        </p:nvSpPr>
        <p:spPr>
          <a:xfrm>
            <a:off x="2085976" y="2600709"/>
            <a:ext cx="601027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C3C0256-7703-4004-B40D-4BE972F52E2B}"/>
              </a:ext>
            </a:extLst>
          </p:cNvPr>
          <p:cNvSpPr/>
          <p:nvPr/>
        </p:nvSpPr>
        <p:spPr>
          <a:xfrm>
            <a:off x="3400424" y="3073393"/>
            <a:ext cx="4533901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3815CF3-D58F-429A-A934-EC0BE1C16624}"/>
              </a:ext>
            </a:extLst>
          </p:cNvPr>
          <p:cNvSpPr/>
          <p:nvPr/>
        </p:nvSpPr>
        <p:spPr>
          <a:xfrm>
            <a:off x="3425015" y="5223353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480196A3-4639-40E6-9343-2CA42210F33E}"/>
              </a:ext>
            </a:extLst>
          </p:cNvPr>
          <p:cNvSpPr/>
          <p:nvPr/>
        </p:nvSpPr>
        <p:spPr>
          <a:xfrm>
            <a:off x="4761186" y="5223352"/>
            <a:ext cx="3011214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705356DC-3531-44B7-A13D-4CD7CB5D291A}"/>
              </a:ext>
            </a:extLst>
          </p:cNvPr>
          <p:cNvSpPr/>
          <p:nvPr/>
        </p:nvSpPr>
        <p:spPr>
          <a:xfrm>
            <a:off x="909117" y="4918905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2025-06-01T18:14:20Z</dcterms:modified>
</cp:coreProperties>
</file>