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41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8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70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30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28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98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1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24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59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11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09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1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AD39A52F-2509-4776-9A51-95214AF44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6219BEFB-71DC-4D42-BD54-1746401BBF8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47B47FC-942F-49BA-BC06-5F77D134A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0E762285-1500-4C2D-8B89-2E7A3C4B91FA}"/>
              </a:ext>
            </a:extLst>
          </p:cNvPr>
          <p:cNvSpPr/>
          <p:nvPr/>
        </p:nvSpPr>
        <p:spPr>
          <a:xfrm>
            <a:off x="1362076" y="2767785"/>
            <a:ext cx="6705600" cy="41476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04C6AD8-0902-479C-B8AB-3C5E3C815696}"/>
              </a:ext>
            </a:extLst>
          </p:cNvPr>
          <p:cNvSpPr/>
          <p:nvPr/>
        </p:nvSpPr>
        <p:spPr>
          <a:xfrm>
            <a:off x="1981172" y="3421118"/>
            <a:ext cx="5153053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DB3E6EC1-2D93-4DF2-B32C-F3DA03014C55}"/>
              </a:ext>
            </a:extLst>
          </p:cNvPr>
          <p:cNvSpPr/>
          <p:nvPr/>
        </p:nvSpPr>
        <p:spPr>
          <a:xfrm>
            <a:off x="2000221" y="5848349"/>
            <a:ext cx="1685953" cy="23812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9BE234A6-8DCB-400F-8D2B-C2A9623F3AA2}"/>
              </a:ext>
            </a:extLst>
          </p:cNvPr>
          <p:cNvSpPr/>
          <p:nvPr/>
        </p:nvSpPr>
        <p:spPr>
          <a:xfrm>
            <a:off x="4679768" y="5848348"/>
            <a:ext cx="2881768" cy="23812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B2E74776-26DF-4679-862B-BDA3DFAC124D}"/>
              </a:ext>
            </a:extLst>
          </p:cNvPr>
          <p:cNvSpPr/>
          <p:nvPr/>
        </p:nvSpPr>
        <p:spPr>
          <a:xfrm>
            <a:off x="578030" y="534458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2025-06-01T17:55:59Z</dcterms:modified>
</cp:coreProperties>
</file>