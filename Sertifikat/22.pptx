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64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2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5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88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72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99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47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37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74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2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62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1508D66-7A43-4AD9-B2F4-B7CFD88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0" y="43934"/>
            <a:ext cx="184325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3FEB707-FA48-4E92-81D9-135A35AD13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4001" cy="6857999"/>
          </a:xfrm>
          <a:prstGeom prst="rect">
            <a:avLst/>
          </a:prstGeom>
        </p:spPr>
      </p:pic>
      <p:sp>
        <p:nvSpPr>
          <p:cNvPr id="13" name="Rectangle 20">
            <a:extLst>
              <a:ext uri="{FF2B5EF4-FFF2-40B4-BE49-F238E27FC236}">
                <a16:creationId xmlns:a16="http://schemas.microsoft.com/office/drawing/2014/main" id="{2EA0268E-BCA1-4178-8F35-100FFE04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70405"/>
            <a:ext cx="1843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4CA361C1-6884-4E86-A69B-5806F7C19574}"/>
              </a:ext>
            </a:extLst>
          </p:cNvPr>
          <p:cNvSpPr/>
          <p:nvPr/>
        </p:nvSpPr>
        <p:spPr>
          <a:xfrm>
            <a:off x="1481958" y="3033905"/>
            <a:ext cx="6731875" cy="39509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734AE9D7-7682-4135-9B98-E9B3A0DF7CF7}"/>
              </a:ext>
            </a:extLst>
          </p:cNvPr>
          <p:cNvSpPr/>
          <p:nvPr/>
        </p:nvSpPr>
        <p:spPr>
          <a:xfrm>
            <a:off x="2066924" y="3657599"/>
            <a:ext cx="4762501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28CDD300-D84B-48E1-963C-34E25BF27B4B}"/>
              </a:ext>
            </a:extLst>
          </p:cNvPr>
          <p:cNvSpPr/>
          <p:nvPr/>
        </p:nvSpPr>
        <p:spPr>
          <a:xfrm>
            <a:off x="4336833" y="5459502"/>
            <a:ext cx="1990762" cy="30312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EC983AA7-42A7-4A0E-96B1-B9A6E0C00F90}"/>
              </a:ext>
            </a:extLst>
          </p:cNvPr>
          <p:cNvSpPr/>
          <p:nvPr/>
        </p:nvSpPr>
        <p:spPr>
          <a:xfrm>
            <a:off x="6022428" y="5459502"/>
            <a:ext cx="3121571" cy="30312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32898D7-AD75-4078-97E5-46B1C872D7F9}"/>
              </a:ext>
            </a:extLst>
          </p:cNvPr>
          <p:cNvSpPr/>
          <p:nvPr/>
        </p:nvSpPr>
        <p:spPr>
          <a:xfrm>
            <a:off x="337590" y="5427970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2025-06-01T18:25:56Z</dcterms:modified>
</cp:coreProperties>
</file>