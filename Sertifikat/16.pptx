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97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998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148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597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79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65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39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332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247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82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30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63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7049EDF7-AEDE-4EE8-A1C4-F7133DEE5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101D199-96B9-4C5A-AD09-377D8AEB13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1" name="Rectangle 16">
            <a:extLst>
              <a:ext uri="{FF2B5EF4-FFF2-40B4-BE49-F238E27FC236}">
                <a16:creationId xmlns:a16="http://schemas.microsoft.com/office/drawing/2014/main" id="{F1B40599-4402-42B0-B67B-E4734BA4D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2047E8F3-5CA0-4CBC-9277-68CA3C1E5D35}"/>
              </a:ext>
            </a:extLst>
          </p:cNvPr>
          <p:cNvSpPr/>
          <p:nvPr/>
        </p:nvSpPr>
        <p:spPr>
          <a:xfrm>
            <a:off x="1295400" y="2992002"/>
            <a:ext cx="6648450" cy="43257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9E92D1C9-0C0F-475C-B76B-100A024F9FB6}"/>
              </a:ext>
            </a:extLst>
          </p:cNvPr>
          <p:cNvSpPr/>
          <p:nvPr/>
        </p:nvSpPr>
        <p:spPr>
          <a:xfrm>
            <a:off x="2114550" y="3531479"/>
            <a:ext cx="46958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8C1EC7A4-D90E-43B8-9B9A-128252105FB1}"/>
              </a:ext>
            </a:extLst>
          </p:cNvPr>
          <p:cNvSpPr/>
          <p:nvPr/>
        </p:nvSpPr>
        <p:spPr>
          <a:xfrm>
            <a:off x="2409136" y="5418457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06E0F2E4-4C74-43C8-8DCF-D28E49D2C8F6}"/>
              </a:ext>
            </a:extLst>
          </p:cNvPr>
          <p:cNvSpPr/>
          <p:nvPr/>
        </p:nvSpPr>
        <p:spPr>
          <a:xfrm>
            <a:off x="5644055" y="5412671"/>
            <a:ext cx="2443655" cy="1699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F2CB76A9-73F7-4418-AF0C-661D5FA088BA}"/>
              </a:ext>
            </a:extLst>
          </p:cNvPr>
          <p:cNvSpPr/>
          <p:nvPr/>
        </p:nvSpPr>
        <p:spPr>
          <a:xfrm>
            <a:off x="499204" y="5092333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7</cp:revision>
  <dcterms:created xsi:type="dcterms:W3CDTF">2025-05-19T15:28:49Z</dcterms:created>
  <dcterms:modified xsi:type="dcterms:W3CDTF">2025-06-01T18:39:51Z</dcterms:modified>
</cp:coreProperties>
</file>