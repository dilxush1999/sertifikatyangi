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3921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080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272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22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762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972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221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665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44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35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5413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560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933FE905-CD25-47DA-87F0-9283BE219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E21D358D-CD55-4C16-A113-D59EF2F5F9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11" name="Rectangle 16">
            <a:extLst>
              <a:ext uri="{FF2B5EF4-FFF2-40B4-BE49-F238E27FC236}">
                <a16:creationId xmlns:a16="http://schemas.microsoft.com/office/drawing/2014/main" id="{7902C412-3774-4EFE-8B49-FE2191F9C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F90A2DD6-4E89-4473-AD0A-4541EB4866C4}"/>
              </a:ext>
            </a:extLst>
          </p:cNvPr>
          <p:cNvSpPr/>
          <p:nvPr/>
        </p:nvSpPr>
        <p:spPr>
          <a:xfrm>
            <a:off x="2012683" y="2598155"/>
            <a:ext cx="5559692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D12BEF48-F2AD-4B1C-BBF5-B9511FA7D36B}"/>
              </a:ext>
            </a:extLst>
          </p:cNvPr>
          <p:cNvSpPr/>
          <p:nvPr/>
        </p:nvSpPr>
        <p:spPr>
          <a:xfrm>
            <a:off x="1943100" y="3189882"/>
            <a:ext cx="5410200" cy="153977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5C8E7AE7-1042-46F7-B79C-271BD9D2754E}"/>
              </a:ext>
            </a:extLst>
          </p:cNvPr>
          <p:cNvSpPr/>
          <p:nvPr/>
        </p:nvSpPr>
        <p:spPr>
          <a:xfrm>
            <a:off x="2012683" y="5337545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3EB422D2-7DB2-4D8D-AB14-B5D872D73E7F}"/>
              </a:ext>
            </a:extLst>
          </p:cNvPr>
          <p:cNvSpPr/>
          <p:nvPr/>
        </p:nvSpPr>
        <p:spPr>
          <a:xfrm>
            <a:off x="4467227" y="5337544"/>
            <a:ext cx="2886074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0605BC3-716E-490A-90DD-69D8AD1F5B30}"/>
              </a:ext>
            </a:extLst>
          </p:cNvPr>
          <p:cNvSpPr/>
          <p:nvPr/>
        </p:nvSpPr>
        <p:spPr>
          <a:xfrm>
            <a:off x="468519" y="5202614"/>
            <a:ext cx="1540142" cy="125706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21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9</cp:revision>
  <dcterms:created xsi:type="dcterms:W3CDTF">2025-05-19T15:28:49Z</dcterms:created>
  <dcterms:modified xsi:type="dcterms:W3CDTF">2025-06-01T18:34:09Z</dcterms:modified>
</cp:coreProperties>
</file>