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12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1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52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60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85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23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9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32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19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55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62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7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4EE6A96-D87E-4201-BA2B-EB2AED9C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8C54946-D534-4BEA-A7D5-BA96850E84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B43F40C7-76F0-4E01-BDED-47F70B721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D88C4A-1AF8-4EC3-9622-4835E6AAFE8F}"/>
              </a:ext>
            </a:extLst>
          </p:cNvPr>
          <p:cNvSpPr/>
          <p:nvPr/>
        </p:nvSpPr>
        <p:spPr>
          <a:xfrm>
            <a:off x="323850" y="2468644"/>
            <a:ext cx="6991350" cy="47393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D49C3-5777-4A7A-9A15-CEC55E5362DD}"/>
              </a:ext>
            </a:extLst>
          </p:cNvPr>
          <p:cNvSpPr/>
          <p:nvPr/>
        </p:nvSpPr>
        <p:spPr>
          <a:xfrm>
            <a:off x="962024" y="3105799"/>
            <a:ext cx="50768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025F4-0E76-4AE8-B9FC-9BB7F5CC8451}"/>
              </a:ext>
            </a:extLst>
          </p:cNvPr>
          <p:cNvSpPr/>
          <p:nvPr/>
        </p:nvSpPr>
        <p:spPr>
          <a:xfrm>
            <a:off x="551794" y="5432347"/>
            <a:ext cx="4351282" cy="29053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A1F69A19-A6BB-422A-A0AD-16A0A3A96765}"/>
              </a:ext>
            </a:extLst>
          </p:cNvPr>
          <p:cNvSpPr/>
          <p:nvPr/>
        </p:nvSpPr>
        <p:spPr>
          <a:xfrm>
            <a:off x="6894425" y="5118358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18</Words>
  <Application>Microsoft Office PowerPoint</Application>
  <PresentationFormat>Экран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2025-06-01T18:19:52Z</dcterms:modified>
</cp:coreProperties>
</file>