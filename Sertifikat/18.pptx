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35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93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7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30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25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39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38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64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22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58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57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68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B3AB284F-32F6-4332-AC0C-E3B89B3151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9220908B-38D4-43FE-B8AD-581BC3B71A72}"/>
              </a:ext>
            </a:extLst>
          </p:cNvPr>
          <p:cNvSpPr/>
          <p:nvPr/>
        </p:nvSpPr>
        <p:spPr>
          <a:xfrm>
            <a:off x="161925" y="2721873"/>
            <a:ext cx="5762625" cy="45947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CE562B3-3A67-47E0-9EA1-DDA32DD65083}"/>
              </a:ext>
            </a:extLst>
          </p:cNvPr>
          <p:cNvSpPr/>
          <p:nvPr/>
        </p:nvSpPr>
        <p:spPr>
          <a:xfrm>
            <a:off x="858183" y="3310756"/>
            <a:ext cx="4694892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7972830-1264-4E96-A987-C02270DDABAC}"/>
              </a:ext>
            </a:extLst>
          </p:cNvPr>
          <p:cNvSpPr/>
          <p:nvPr/>
        </p:nvSpPr>
        <p:spPr>
          <a:xfrm>
            <a:off x="1041151" y="5677267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FC951CD-77CA-4444-97E8-68ECC640607A}"/>
              </a:ext>
            </a:extLst>
          </p:cNvPr>
          <p:cNvSpPr/>
          <p:nvPr/>
        </p:nvSpPr>
        <p:spPr>
          <a:xfrm>
            <a:off x="3294993" y="5658217"/>
            <a:ext cx="3090041" cy="24500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C0B7359-113D-4A84-B849-5A401003D11D}"/>
              </a:ext>
            </a:extLst>
          </p:cNvPr>
          <p:cNvSpPr/>
          <p:nvPr/>
        </p:nvSpPr>
        <p:spPr>
          <a:xfrm>
            <a:off x="7152245" y="5281517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20</Words>
  <Application>Microsoft Office PowerPoint</Application>
  <PresentationFormat>Экран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2025-06-01T18:40:51Z</dcterms:modified>
</cp:coreProperties>
</file>