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9" d="100"/>
          <a:sy n="49" d="100"/>
        </p:scale>
        <p:origin x="142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5104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71161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3057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94625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72412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26508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4018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9050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90483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0495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5521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3243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>
            <a:extLst>
              <a:ext uri="{FF2B5EF4-FFF2-40B4-BE49-F238E27FC236}">
                <a16:creationId xmlns:a16="http://schemas.microsoft.com/office/drawing/2014/main" id="{36DFDE10-07AC-43A6-8D7D-D5C20E330A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32950"/>
            <a:ext cx="158011" cy="3350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1350"/>
          </a:p>
        </p:txBody>
      </p:sp>
      <p:pic>
        <p:nvPicPr>
          <p:cNvPr id="4" name="Picture 7">
            <a:extLst>
              <a:ext uri="{FF2B5EF4-FFF2-40B4-BE49-F238E27FC236}">
                <a16:creationId xmlns:a16="http://schemas.microsoft.com/office/drawing/2014/main" id="{E52965D3-9710-4A9A-A3E6-E7AE69E7D19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1" name="Rectangle 16">
            <a:extLst>
              <a:ext uri="{FF2B5EF4-FFF2-40B4-BE49-F238E27FC236}">
                <a16:creationId xmlns:a16="http://schemas.microsoft.com/office/drawing/2014/main" id="{A6DB8A5A-0262-4DFD-8F25-37297A0A20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-685802" y="133075"/>
            <a:ext cx="158011" cy="5309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endParaRPr lang="ru-RU" altLang="ru-RU" sz="825">
              <a:solidFill>
                <a:srgbClr val="000000"/>
              </a:solidFill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ru-RU" altLang="ru-RU" sz="825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</a:rPr>
            </a:br>
            <a:endParaRPr lang="ru-RU" altLang="ru-RU" sz="1350">
              <a:latin typeface="Arial" panose="020B0604020202020204" pitchFamily="34" charset="0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:a16="http://schemas.microsoft.com/office/drawing/2014/main" id="{3DC60CFF-7F52-4920-9A05-9D0337DCCC47}"/>
              </a:ext>
            </a:extLst>
          </p:cNvPr>
          <p:cNvSpPr/>
          <p:nvPr/>
        </p:nvSpPr>
        <p:spPr>
          <a:xfrm>
            <a:off x="1514476" y="2770851"/>
            <a:ext cx="6200774" cy="372303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2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2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taqdirlangan</a:t>
            </a:r>
            <a:r>
              <a:rPr lang="en-US" sz="2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1D793F74-7091-4D5D-BCA6-473311490542}"/>
              </a:ext>
            </a:extLst>
          </p:cNvPr>
          <p:cNvSpPr/>
          <p:nvPr/>
        </p:nvSpPr>
        <p:spPr>
          <a:xfrm>
            <a:off x="2105025" y="3279224"/>
            <a:ext cx="5153025" cy="129035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16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sertifikat_matni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011F0BE6-25D6-4EBD-91FE-775B47C8D43C}"/>
              </a:ext>
            </a:extLst>
          </p:cNvPr>
          <p:cNvSpPr/>
          <p:nvPr/>
        </p:nvSpPr>
        <p:spPr>
          <a:xfrm>
            <a:off x="1640894" y="5450318"/>
            <a:ext cx="1540142" cy="252657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sana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Rectangle 11">
            <a:extLst>
              <a:ext uri="{FF2B5EF4-FFF2-40B4-BE49-F238E27FC236}">
                <a16:creationId xmlns:a16="http://schemas.microsoft.com/office/drawing/2014/main" id="{38F1F42F-A7D5-459F-8596-298D55A30C8D}"/>
              </a:ext>
            </a:extLst>
          </p:cNvPr>
          <p:cNvSpPr/>
          <p:nvPr/>
        </p:nvSpPr>
        <p:spPr>
          <a:xfrm>
            <a:off x="5155324" y="5450317"/>
            <a:ext cx="3342290" cy="252657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taqdirlovchi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DCD82870-FC94-4F33-811F-E54EBB862B87}"/>
              </a:ext>
            </a:extLst>
          </p:cNvPr>
          <p:cNvSpPr/>
          <p:nvPr/>
        </p:nvSpPr>
        <p:spPr>
          <a:xfrm>
            <a:off x="370441" y="5024635"/>
            <a:ext cx="1540142" cy="1166575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qr_code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176967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</TotalTime>
  <Words>21</Words>
  <Application>Microsoft Office PowerPoint</Application>
  <PresentationFormat>Экран (4:3)</PresentationFormat>
  <Paragraphs>7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Dilxush Bahodirov</dc:creator>
  <cp:lastModifiedBy>Dilxush Bahodirov</cp:lastModifiedBy>
  <cp:revision>7</cp:revision>
  <dcterms:created xsi:type="dcterms:W3CDTF">2025-05-19T15:28:49Z</dcterms:created>
  <dcterms:modified xsi:type="dcterms:W3CDTF">2025-06-01T18:03:21Z</dcterms:modified>
</cp:coreProperties>
</file>