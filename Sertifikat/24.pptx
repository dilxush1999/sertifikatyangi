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9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20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0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68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4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7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01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09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38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0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26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9C902D5-6453-4BCF-800B-D2BCE3AE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1"/>
            <a:ext cx="157993" cy="40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9445F9C3-2F7E-4B91-A292-17259737CF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673CAA8-2E97-4A9C-ADC3-B7777D50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1" y="134613"/>
            <a:ext cx="1579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C2E3B8C-0B5D-44A9-BF42-01460F61FF1F}"/>
              </a:ext>
            </a:extLst>
          </p:cNvPr>
          <p:cNvSpPr/>
          <p:nvPr/>
        </p:nvSpPr>
        <p:spPr>
          <a:xfrm>
            <a:off x="157994" y="2911064"/>
            <a:ext cx="5080756" cy="4660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99779D3-4792-4F33-86E4-C900916B2611}"/>
              </a:ext>
            </a:extLst>
          </p:cNvPr>
          <p:cNvSpPr/>
          <p:nvPr/>
        </p:nvSpPr>
        <p:spPr>
          <a:xfrm>
            <a:off x="465744" y="3499935"/>
            <a:ext cx="4239606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6F21A69-0C30-4964-AA52-9EC11E699BE2}"/>
              </a:ext>
            </a:extLst>
          </p:cNvPr>
          <p:cNvSpPr/>
          <p:nvPr/>
        </p:nvSpPr>
        <p:spPr>
          <a:xfrm>
            <a:off x="2601310" y="5973538"/>
            <a:ext cx="3247697" cy="4660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DEAAC7B-A949-4CDF-9BDC-CE8DDEB3B69B}"/>
              </a:ext>
            </a:extLst>
          </p:cNvPr>
          <p:cNvSpPr/>
          <p:nvPr/>
        </p:nvSpPr>
        <p:spPr>
          <a:xfrm>
            <a:off x="1303244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18</Words>
  <Application>Microsoft Office PowerPoint</Application>
  <PresentationFormat>Экран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2025-06-01T18:28:13Z</dcterms:modified>
</cp:coreProperties>
</file>