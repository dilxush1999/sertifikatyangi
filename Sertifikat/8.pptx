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9" d="100"/>
          <a:sy n="49" d="100"/>
        </p:scale>
        <p:origin x="142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3263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71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7593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3165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121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4345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6298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8615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7242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733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8591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6BE172-4E2F-48FA-99E2-129D01CA9F8A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CC6E7B-21C0-4395-BE41-41C786A7E39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028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>
            <a:extLst>
              <a:ext uri="{FF2B5EF4-FFF2-40B4-BE49-F238E27FC236}">
                <a16:creationId xmlns:a16="http://schemas.microsoft.com/office/drawing/2014/main" id="{876A96BC-CA3A-4ABC-8882-93B38C469D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7820491" cy="414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4" name="Picture 7">
            <a:extLst>
              <a:ext uri="{FF2B5EF4-FFF2-40B4-BE49-F238E27FC236}">
                <a16:creationId xmlns:a16="http://schemas.microsoft.com/office/drawing/2014/main" id="{D33E8C36-462A-4D4E-8089-510F02FDD9C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" y="1"/>
            <a:ext cx="9144000" cy="6858000"/>
          </a:xfrm>
          <a:prstGeom prst="rect">
            <a:avLst/>
          </a:prstGeom>
        </p:spPr>
      </p:pic>
      <p:sp>
        <p:nvSpPr>
          <p:cNvPr id="12" name="Rectangle 18">
            <a:extLst>
              <a:ext uri="{FF2B5EF4-FFF2-40B4-BE49-F238E27FC236}">
                <a16:creationId xmlns:a16="http://schemas.microsoft.com/office/drawing/2014/main" id="{36D757F1-6B05-4507-8DBE-EDFFFD4FD3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126116"/>
            <a:ext cx="7820491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100" b="0" i="0" u="none" strike="noStrike" cap="none" normalizeH="0" baseline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ru-RU" altLang="ru-RU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ea typeface="Calibri" panose="020F0502020204030204" pitchFamily="34" charset="0"/>
              </a:rPr>
            </a:br>
            <a:endParaRPr kumimoji="0" lang="ru-RU" alt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8">
            <a:extLst>
              <a:ext uri="{FF2B5EF4-FFF2-40B4-BE49-F238E27FC236}">
                <a16:creationId xmlns:a16="http://schemas.microsoft.com/office/drawing/2014/main" id="{25B2AE16-7C6B-49F6-B5AC-1F52F8957720}"/>
              </a:ext>
            </a:extLst>
          </p:cNvPr>
          <p:cNvSpPr/>
          <p:nvPr/>
        </p:nvSpPr>
        <p:spPr>
          <a:xfrm>
            <a:off x="2009775" y="2430252"/>
            <a:ext cx="5810715" cy="37230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taqdirlangan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11B0E357-BB24-434F-BFAC-BE4A007C4199}"/>
              </a:ext>
            </a:extLst>
          </p:cNvPr>
          <p:cNvSpPr/>
          <p:nvPr/>
        </p:nvSpPr>
        <p:spPr>
          <a:xfrm>
            <a:off x="2381250" y="2984253"/>
            <a:ext cx="4695826" cy="1803162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16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sertifikat_matni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5" name="Rectangle 11">
            <a:extLst>
              <a:ext uri="{FF2B5EF4-FFF2-40B4-BE49-F238E27FC236}">
                <a16:creationId xmlns:a16="http://schemas.microsoft.com/office/drawing/2014/main" id="{CB866EF7-88E0-4097-ACE9-C27C7D3729A7}"/>
              </a:ext>
            </a:extLst>
          </p:cNvPr>
          <p:cNvSpPr/>
          <p:nvPr/>
        </p:nvSpPr>
        <p:spPr>
          <a:xfrm>
            <a:off x="2674844" y="5847074"/>
            <a:ext cx="1540142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6" name="Rectangle 11">
            <a:extLst>
              <a:ext uri="{FF2B5EF4-FFF2-40B4-BE49-F238E27FC236}">
                <a16:creationId xmlns:a16="http://schemas.microsoft.com/office/drawing/2014/main" id="{30BBE30D-3E84-41D2-8CCC-7B3712E4D636}"/>
              </a:ext>
            </a:extLst>
          </p:cNvPr>
          <p:cNvSpPr/>
          <p:nvPr/>
        </p:nvSpPr>
        <p:spPr>
          <a:xfrm>
            <a:off x="4603532" y="5797042"/>
            <a:ext cx="2175641" cy="252657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3E549609-1219-45D5-A4D2-50F179EBBB60}"/>
              </a:ext>
            </a:extLst>
          </p:cNvPr>
          <p:cNvSpPr/>
          <p:nvPr/>
        </p:nvSpPr>
        <p:spPr>
          <a:xfrm>
            <a:off x="1492432" y="5423411"/>
            <a:ext cx="1540142" cy="1166575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176967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</TotalTime>
  <Words>21</Words>
  <Application>Microsoft Office PowerPoint</Application>
  <PresentationFormat>Экран (4:3)</PresentationFormat>
  <Paragraphs>7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2025-05-19T15:28:49Z</dcterms:created>
  <dcterms:modified xsi:type="dcterms:W3CDTF">2025-06-01T20:08:35Z</dcterms:modified>
</cp:coreProperties>
</file>