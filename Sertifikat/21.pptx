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92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11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1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67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65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73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17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983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74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05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077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88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FD9A9178-3AEA-48A0-B9B4-B8BAFFFF2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C7C1ABB-7A3F-4D6E-8E5B-1D90CD2B35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2" name="Rectangle 18">
            <a:extLst>
              <a:ext uri="{FF2B5EF4-FFF2-40B4-BE49-F238E27FC236}">
                <a16:creationId xmlns:a16="http://schemas.microsoft.com/office/drawing/2014/main" id="{789E9009-A7C1-4076-8FC4-C7F98B92A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8973433-906D-4FA1-80DA-838CF5433426}"/>
              </a:ext>
            </a:extLst>
          </p:cNvPr>
          <p:cNvSpPr/>
          <p:nvPr/>
        </p:nvSpPr>
        <p:spPr>
          <a:xfrm>
            <a:off x="1181100" y="2513636"/>
            <a:ext cx="7010399" cy="4867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22F93CC2-05E6-4CA9-B772-BCFC15CAF1E1}"/>
              </a:ext>
            </a:extLst>
          </p:cNvPr>
          <p:cNvSpPr/>
          <p:nvPr/>
        </p:nvSpPr>
        <p:spPr>
          <a:xfrm>
            <a:off x="2343150" y="3137331"/>
            <a:ext cx="494347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E5D603A4-3811-4B00-916F-75174871A811}"/>
              </a:ext>
            </a:extLst>
          </p:cNvPr>
          <p:cNvSpPr/>
          <p:nvPr/>
        </p:nvSpPr>
        <p:spPr>
          <a:xfrm>
            <a:off x="4247484" y="5913426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77C16260-D919-418C-A0B4-EA7CE39B33F2}"/>
              </a:ext>
            </a:extLst>
          </p:cNvPr>
          <p:cNvSpPr/>
          <p:nvPr/>
        </p:nvSpPr>
        <p:spPr>
          <a:xfrm>
            <a:off x="6258911" y="5920001"/>
            <a:ext cx="2885088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3904CBDE-E9E1-40B3-86C1-A710BC244DB4}"/>
              </a:ext>
            </a:extLst>
          </p:cNvPr>
          <p:cNvSpPr/>
          <p:nvPr/>
        </p:nvSpPr>
        <p:spPr>
          <a:xfrm>
            <a:off x="2974407" y="5439177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2025-06-01T18:22:24Z</dcterms:modified>
</cp:coreProperties>
</file>