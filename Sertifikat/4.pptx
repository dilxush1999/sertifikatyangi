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94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882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51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9467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55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594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889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74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92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357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65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57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829D1B06-E301-4AA6-9F2D-BFAC2361D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E0E930FA-80FB-4A9C-B63D-C8AAF9F6BA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32541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AF5EB5E1-2805-4602-80B0-045B86A3C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2CB93474-6B14-471A-B823-EE86854307B9}"/>
              </a:ext>
            </a:extLst>
          </p:cNvPr>
          <p:cNvSpPr/>
          <p:nvPr/>
        </p:nvSpPr>
        <p:spPr>
          <a:xfrm>
            <a:off x="990600" y="2745234"/>
            <a:ext cx="6096000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093BCBE-4D77-4EB4-852F-66DCE8DACB10}"/>
              </a:ext>
            </a:extLst>
          </p:cNvPr>
          <p:cNvSpPr/>
          <p:nvPr/>
        </p:nvSpPr>
        <p:spPr>
          <a:xfrm>
            <a:off x="1736818" y="3291073"/>
            <a:ext cx="5076825" cy="159976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68C1B2ED-B7D2-41C5-BBFB-8ACACBED55F9}"/>
              </a:ext>
            </a:extLst>
          </p:cNvPr>
          <p:cNvSpPr/>
          <p:nvPr/>
        </p:nvSpPr>
        <p:spPr>
          <a:xfrm>
            <a:off x="3922727" y="5748877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2E64F474-B4CF-4206-B488-8F2C5CF79576}"/>
              </a:ext>
            </a:extLst>
          </p:cNvPr>
          <p:cNvSpPr/>
          <p:nvPr/>
        </p:nvSpPr>
        <p:spPr>
          <a:xfrm>
            <a:off x="6195848" y="5755359"/>
            <a:ext cx="2822028" cy="29347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C522FE9C-E922-4F48-9E7F-21765C5F9188}"/>
              </a:ext>
            </a:extLst>
          </p:cNvPr>
          <p:cNvSpPr/>
          <p:nvPr/>
        </p:nvSpPr>
        <p:spPr>
          <a:xfrm>
            <a:off x="1509055" y="5502166"/>
            <a:ext cx="1675594" cy="125706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9</cp:revision>
  <dcterms:created xsi:type="dcterms:W3CDTF">2025-05-19T15:28:49Z</dcterms:created>
  <dcterms:modified xsi:type="dcterms:W3CDTF">2025-06-01T18:33:37Z</dcterms:modified>
</cp:coreProperties>
</file>