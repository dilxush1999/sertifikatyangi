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66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54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01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44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2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66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56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92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3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91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95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15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A2535B20-D367-467D-A9EC-CE778B42C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97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3846C538-0FF1-4B4F-B86D-4052B0C85A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13" name="Rectangle 20">
            <a:extLst>
              <a:ext uri="{FF2B5EF4-FFF2-40B4-BE49-F238E27FC236}">
                <a16:creationId xmlns:a16="http://schemas.microsoft.com/office/drawing/2014/main" id="{2DA2CD65-372A-48E7-A432-C622EDEF1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B3F04D6-A991-476F-9484-E5C7531622B4}"/>
              </a:ext>
            </a:extLst>
          </p:cNvPr>
          <p:cNvSpPr/>
          <p:nvPr/>
        </p:nvSpPr>
        <p:spPr>
          <a:xfrm>
            <a:off x="1181100" y="2513636"/>
            <a:ext cx="6781799" cy="4977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88D6841-8BCB-40D9-9069-B474754D5A9C}"/>
              </a:ext>
            </a:extLst>
          </p:cNvPr>
          <p:cNvSpPr/>
          <p:nvPr/>
        </p:nvSpPr>
        <p:spPr>
          <a:xfrm>
            <a:off x="2028826" y="3137331"/>
            <a:ext cx="5162550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B0464744-0B5D-42BC-BED2-80700AAB216C}"/>
              </a:ext>
            </a:extLst>
          </p:cNvPr>
          <p:cNvSpPr/>
          <p:nvPr/>
        </p:nvSpPr>
        <p:spPr>
          <a:xfrm>
            <a:off x="2627574" y="6017547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6DAF5F9D-302B-43E9-AD4A-984B0406DEF3}"/>
              </a:ext>
            </a:extLst>
          </p:cNvPr>
          <p:cNvSpPr/>
          <p:nvPr/>
        </p:nvSpPr>
        <p:spPr>
          <a:xfrm>
            <a:off x="4682359" y="6024123"/>
            <a:ext cx="2509018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75773F75-3029-4202-9423-5234FB24039E}"/>
              </a:ext>
            </a:extLst>
          </p:cNvPr>
          <p:cNvSpPr/>
          <p:nvPr/>
        </p:nvSpPr>
        <p:spPr>
          <a:xfrm>
            <a:off x="1287474" y="5470709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2025-06-01T18:43:35Z</dcterms:modified>
</cp:coreProperties>
</file>