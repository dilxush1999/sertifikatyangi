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14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500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4046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731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0431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2683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8257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708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3970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2065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9514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1098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3483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F0BD9AB9-9AE8-4C27-8355-DE8EBEADE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820491" cy="414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88454E58-7B27-4B4D-A6D8-BDCE49BA813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9144000" cy="6858000"/>
          </a:xfrm>
          <a:prstGeom prst="rect">
            <a:avLst/>
          </a:prstGeom>
        </p:spPr>
      </p:pic>
      <p:sp>
        <p:nvSpPr>
          <p:cNvPr id="10" name="Rectangle 14">
            <a:extLst>
              <a:ext uri="{FF2B5EF4-FFF2-40B4-BE49-F238E27FC236}">
                <a16:creationId xmlns:a16="http://schemas.microsoft.com/office/drawing/2014/main" id="{C5D5D39B-2971-494A-AB1E-EED6C0917E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14400" y="126116"/>
            <a:ext cx="782049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1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3DBD5414-3154-4DC2-BEE3-04DDFC9BF3D0}"/>
              </a:ext>
            </a:extLst>
          </p:cNvPr>
          <p:cNvSpPr/>
          <p:nvPr/>
        </p:nvSpPr>
        <p:spPr>
          <a:xfrm>
            <a:off x="2667000" y="2351918"/>
            <a:ext cx="6134099" cy="37230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2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taqdirlangan</a:t>
            </a:r>
            <a:r>
              <a:rPr lang="en-US" sz="2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AE7C8095-C2E9-447D-A6E1-7E58FEE51EF7}"/>
              </a:ext>
            </a:extLst>
          </p:cNvPr>
          <p:cNvSpPr/>
          <p:nvPr/>
        </p:nvSpPr>
        <p:spPr>
          <a:xfrm>
            <a:off x="3000374" y="2900848"/>
            <a:ext cx="5267325" cy="129035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sertifikat_matni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F062009A-8CEF-465C-BCDD-13C27C53F1F1}"/>
              </a:ext>
            </a:extLst>
          </p:cNvPr>
          <p:cNvSpPr/>
          <p:nvPr/>
        </p:nvSpPr>
        <p:spPr>
          <a:xfrm>
            <a:off x="3273929" y="5185580"/>
            <a:ext cx="1540142" cy="2526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7EC1B99E-1572-4AB9-99DC-7BC058990567}"/>
              </a:ext>
            </a:extLst>
          </p:cNvPr>
          <p:cNvSpPr/>
          <p:nvPr/>
        </p:nvSpPr>
        <p:spPr>
          <a:xfrm>
            <a:off x="5044966" y="5198390"/>
            <a:ext cx="3925613" cy="23984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E6314D90-1443-484F-BDF9-A516F88F381A}"/>
              </a:ext>
            </a:extLst>
          </p:cNvPr>
          <p:cNvSpPr/>
          <p:nvPr/>
        </p:nvSpPr>
        <p:spPr>
          <a:xfrm>
            <a:off x="436146" y="5060803"/>
            <a:ext cx="1540142" cy="11665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7696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21</Words>
  <Application>Microsoft Office PowerPoint</Application>
  <PresentationFormat>Экран 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7</cp:revision>
  <dcterms:created xsi:type="dcterms:W3CDTF">2025-05-19T15:28:49Z</dcterms:created>
  <dcterms:modified xsi:type="dcterms:W3CDTF">2025-06-01T18:09:13Z</dcterms:modified>
</cp:coreProperties>
</file>