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31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2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41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27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71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11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64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38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483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34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23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FDFCBE6-4DE7-4C74-A296-6D95DECD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0" y="43934"/>
            <a:ext cx="184325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7E55B569-F071-4082-A995-4ED9D2F2AA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1" cy="6857999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5629427F-6BFE-440A-9CDB-CD0D553BF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70405"/>
            <a:ext cx="1843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10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110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2BD531FB-BB7B-4412-9C9E-57888387DFBC}"/>
              </a:ext>
            </a:extLst>
          </p:cNvPr>
          <p:cNvSpPr/>
          <p:nvPr/>
        </p:nvSpPr>
        <p:spPr>
          <a:xfrm>
            <a:off x="1524000" y="2602286"/>
            <a:ext cx="5257800" cy="5350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31C9C77-EBF4-4793-8C52-4EEDEA816D25}"/>
              </a:ext>
            </a:extLst>
          </p:cNvPr>
          <p:cNvSpPr/>
          <p:nvPr/>
        </p:nvSpPr>
        <p:spPr>
          <a:xfrm>
            <a:off x="1321287" y="3333750"/>
            <a:ext cx="5257800" cy="138417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7B56D81-1719-4814-8058-31B9AE54B727}"/>
              </a:ext>
            </a:extLst>
          </p:cNvPr>
          <p:cNvSpPr/>
          <p:nvPr/>
        </p:nvSpPr>
        <p:spPr>
          <a:xfrm>
            <a:off x="2374921" y="5131713"/>
            <a:ext cx="1540142" cy="25265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7B158F3-392E-4FBA-9842-997A7DE9063E}"/>
              </a:ext>
            </a:extLst>
          </p:cNvPr>
          <p:cNvSpPr/>
          <p:nvPr/>
        </p:nvSpPr>
        <p:spPr>
          <a:xfrm>
            <a:off x="4918841" y="5131714"/>
            <a:ext cx="2680138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21844AE8-9C7E-4CE8-886F-90FC04819728}"/>
              </a:ext>
            </a:extLst>
          </p:cNvPr>
          <p:cNvSpPr/>
          <p:nvPr/>
        </p:nvSpPr>
        <p:spPr>
          <a:xfrm>
            <a:off x="435716" y="462210"/>
            <a:ext cx="1540143" cy="120466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10</cp:revision>
  <dcterms:created xsi:type="dcterms:W3CDTF">2025-05-19T15:28:49Z</dcterms:created>
  <dcterms:modified xsi:type="dcterms:W3CDTF">2025-06-01T18:33:03Z</dcterms:modified>
</cp:coreProperties>
</file>