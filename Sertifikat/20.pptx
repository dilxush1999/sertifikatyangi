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248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4927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00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427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2216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307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49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83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164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930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531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600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E2EA66F0-BE3D-43B0-9B97-4F703DFDA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35F889FA-97A3-48E4-9B24-3524C2C6632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41DD5DEC-CD71-4810-92A7-FF80CA832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AA38817B-4807-419E-893F-C3724A3294A8}"/>
              </a:ext>
            </a:extLst>
          </p:cNvPr>
          <p:cNvSpPr/>
          <p:nvPr/>
        </p:nvSpPr>
        <p:spPr>
          <a:xfrm>
            <a:off x="237661" y="2419039"/>
            <a:ext cx="7820490" cy="47656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2A1A8C72-6C66-4BC9-9E5A-910003615B83}"/>
              </a:ext>
            </a:extLst>
          </p:cNvPr>
          <p:cNvSpPr/>
          <p:nvPr/>
        </p:nvSpPr>
        <p:spPr>
          <a:xfrm>
            <a:off x="1609725" y="3058501"/>
            <a:ext cx="4991099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22CA6621-0AC1-44B9-B84C-84FB3B783DF2}"/>
              </a:ext>
            </a:extLst>
          </p:cNvPr>
          <p:cNvSpPr/>
          <p:nvPr/>
        </p:nvSpPr>
        <p:spPr>
          <a:xfrm>
            <a:off x="1495400" y="5837884"/>
            <a:ext cx="1540142" cy="24859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5FC96864-ED90-467D-94EA-28AD60235F20}"/>
              </a:ext>
            </a:extLst>
          </p:cNvPr>
          <p:cNvSpPr/>
          <p:nvPr/>
        </p:nvSpPr>
        <p:spPr>
          <a:xfrm>
            <a:off x="3578772" y="5841171"/>
            <a:ext cx="3168869" cy="24530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650235ED-45DA-4656-AA74-67E246DDF9D7}"/>
              </a:ext>
            </a:extLst>
          </p:cNvPr>
          <p:cNvSpPr/>
          <p:nvPr/>
        </p:nvSpPr>
        <p:spPr>
          <a:xfrm>
            <a:off x="7341453" y="5376113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6</cp:revision>
  <dcterms:created xsi:type="dcterms:W3CDTF">2025-05-19T15:28:49Z</dcterms:created>
  <dcterms:modified xsi:type="dcterms:W3CDTF">2025-06-01T17:57:23Z</dcterms:modified>
</cp:coreProperties>
</file>