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72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6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40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36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31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82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28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42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09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92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60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ABD067C-1125-4C57-9FC2-70970EEEA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BB9EAA9B-96E0-450D-8FF5-34547150A2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12D59E93-CD75-4FE2-BCC4-1E43AF44D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C1CD0892-154F-451F-97C0-C4F461ECBEF9}"/>
              </a:ext>
            </a:extLst>
          </p:cNvPr>
          <p:cNvSpPr/>
          <p:nvPr/>
        </p:nvSpPr>
        <p:spPr>
          <a:xfrm>
            <a:off x="5738648" y="5446141"/>
            <a:ext cx="30900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192A143-C926-4149-B744-04B9A430A6F6}"/>
              </a:ext>
            </a:extLst>
          </p:cNvPr>
          <p:cNvSpPr/>
          <p:nvPr/>
        </p:nvSpPr>
        <p:spPr>
          <a:xfrm>
            <a:off x="3237717" y="543912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42520762-549B-4CF4-8BE0-057504DBBCDD}"/>
              </a:ext>
            </a:extLst>
          </p:cNvPr>
          <p:cNvSpPr/>
          <p:nvPr/>
        </p:nvSpPr>
        <p:spPr>
          <a:xfrm>
            <a:off x="2828924" y="3216166"/>
            <a:ext cx="48863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7F2CEDA5-D754-4748-96D9-6AFD60FCB3F9}"/>
              </a:ext>
            </a:extLst>
          </p:cNvPr>
          <p:cNvSpPr/>
          <p:nvPr/>
        </p:nvSpPr>
        <p:spPr>
          <a:xfrm>
            <a:off x="2600325" y="2596219"/>
            <a:ext cx="5619750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586C5C5D-8DD6-4DD8-A1F3-C73132633A58}"/>
              </a:ext>
            </a:extLst>
          </p:cNvPr>
          <p:cNvSpPr/>
          <p:nvPr/>
        </p:nvSpPr>
        <p:spPr>
          <a:xfrm>
            <a:off x="7287641" y="420310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2025-06-01T16:50:43Z</dcterms:modified>
</cp:coreProperties>
</file>