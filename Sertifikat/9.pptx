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45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65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41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20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0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3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29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4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33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41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43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73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966DC0C9-C457-46CE-8FE3-A5B60F49EC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1" cy="6858000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E4564C2C-903A-4EBA-A483-79D733040AB2}"/>
              </a:ext>
            </a:extLst>
          </p:cNvPr>
          <p:cNvSpPr/>
          <p:nvPr/>
        </p:nvSpPr>
        <p:spPr>
          <a:xfrm>
            <a:off x="1571625" y="2839571"/>
            <a:ext cx="5820351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6A9F93E2-0113-4658-A02B-8B2BA2582924}"/>
              </a:ext>
            </a:extLst>
          </p:cNvPr>
          <p:cNvSpPr/>
          <p:nvPr/>
        </p:nvSpPr>
        <p:spPr>
          <a:xfrm>
            <a:off x="2047875" y="3389586"/>
            <a:ext cx="5172075" cy="151349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2C4E2B2-6A0C-4D80-8135-9C3B76D78116}"/>
              </a:ext>
            </a:extLst>
          </p:cNvPr>
          <p:cNvSpPr/>
          <p:nvPr/>
        </p:nvSpPr>
        <p:spPr>
          <a:xfrm>
            <a:off x="2627556" y="5831313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77F458A-2FF0-4522-9A76-F5C5576395EB}"/>
              </a:ext>
            </a:extLst>
          </p:cNvPr>
          <p:cNvSpPr/>
          <p:nvPr/>
        </p:nvSpPr>
        <p:spPr>
          <a:xfrm>
            <a:off x="4525005" y="5836759"/>
            <a:ext cx="3126563" cy="2472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5A67BE3-17ED-48E3-99DB-D9687DD10D58}"/>
              </a:ext>
            </a:extLst>
          </p:cNvPr>
          <p:cNvSpPr/>
          <p:nvPr/>
        </p:nvSpPr>
        <p:spPr>
          <a:xfrm>
            <a:off x="1492432" y="542341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2025-05-19T15:28:49Z</dcterms:created>
  <dcterms:modified xsi:type="dcterms:W3CDTF">2025-06-01T16:56:14Z</dcterms:modified>
</cp:coreProperties>
</file>