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6148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4673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9226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6609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4589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5345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7271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1483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564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2552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3794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12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C486BD9F-3687-4D71-8D65-40F40F490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820491" cy="414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3F2DD749-F282-4329-A287-5199EF8DE51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4000" cy="6858000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340F8D86-32E4-4EA5-B20B-92C76E9B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126116"/>
            <a:ext cx="782049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37A8E9EE-F7DA-4247-83FC-BE09F30B1421}"/>
              </a:ext>
            </a:extLst>
          </p:cNvPr>
          <p:cNvSpPr/>
          <p:nvPr/>
        </p:nvSpPr>
        <p:spPr>
          <a:xfrm>
            <a:off x="1419225" y="2758542"/>
            <a:ext cx="6048375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3B7D543D-7F11-4D7B-93AA-69D2542BA4E1}"/>
              </a:ext>
            </a:extLst>
          </p:cNvPr>
          <p:cNvSpPr/>
          <p:nvPr/>
        </p:nvSpPr>
        <p:spPr>
          <a:xfrm>
            <a:off x="1714500" y="3184628"/>
            <a:ext cx="5114925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sertifikat_matni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7EB035B3-B05C-4E20-9AF1-7E17B8BE5647}"/>
              </a:ext>
            </a:extLst>
          </p:cNvPr>
          <p:cNvSpPr/>
          <p:nvPr/>
        </p:nvSpPr>
        <p:spPr>
          <a:xfrm>
            <a:off x="2446303" y="4715892"/>
            <a:ext cx="1540142" cy="24663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2DE5218-3777-4AA7-9222-7540C57108B3}"/>
              </a:ext>
            </a:extLst>
          </p:cNvPr>
          <p:cNvSpPr/>
          <p:nvPr/>
        </p:nvSpPr>
        <p:spPr>
          <a:xfrm>
            <a:off x="4945812" y="4715892"/>
            <a:ext cx="2290561" cy="24663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27AB16BA-2A71-4757-B5EB-B2BBA361FC14}"/>
              </a:ext>
            </a:extLst>
          </p:cNvPr>
          <p:cNvSpPr/>
          <p:nvPr/>
        </p:nvSpPr>
        <p:spPr>
          <a:xfrm>
            <a:off x="767209" y="4981981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21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7</cp:revision>
  <dcterms:created xsi:type="dcterms:W3CDTF">2025-05-19T15:28:49Z</dcterms:created>
  <dcterms:modified xsi:type="dcterms:W3CDTF">2025-06-01T18:39:16Z</dcterms:modified>
</cp:coreProperties>
</file>