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61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35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633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49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85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57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2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37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47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69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63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79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30316A93-82A7-4D11-890D-156BCB2D3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950"/>
            <a:ext cx="158011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C3416F4-E462-453A-91BE-F5A36AFC1E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Rectangle 18">
            <a:extLst>
              <a:ext uri="{FF2B5EF4-FFF2-40B4-BE49-F238E27FC236}">
                <a16:creationId xmlns:a16="http://schemas.microsoft.com/office/drawing/2014/main" id="{66349D37-1E8B-4742-B60B-BFFF05394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5802" y="133075"/>
            <a:ext cx="158011" cy="530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825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825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 sz="1350"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035AB0E1-1A60-44D9-8055-A79E247040F4}"/>
              </a:ext>
            </a:extLst>
          </p:cNvPr>
          <p:cNvSpPr/>
          <p:nvPr/>
        </p:nvSpPr>
        <p:spPr>
          <a:xfrm>
            <a:off x="2495550" y="2254065"/>
            <a:ext cx="5486399" cy="36721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FACAC555-EF1B-42C5-8E90-56C289F4223D}"/>
              </a:ext>
            </a:extLst>
          </p:cNvPr>
          <p:cNvSpPr/>
          <p:nvPr/>
        </p:nvSpPr>
        <p:spPr>
          <a:xfrm>
            <a:off x="2666587" y="2753663"/>
            <a:ext cx="4854353" cy="170797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71">
            <a:extLst>
              <a:ext uri="{FF2B5EF4-FFF2-40B4-BE49-F238E27FC236}">
                <a16:creationId xmlns:a16="http://schemas.microsoft.com/office/drawing/2014/main" id="{8B0FF8E0-8CD4-4744-89E0-D35727056D9C}"/>
              </a:ext>
            </a:extLst>
          </p:cNvPr>
          <p:cNvSpPr/>
          <p:nvPr/>
        </p:nvSpPr>
        <p:spPr>
          <a:xfrm>
            <a:off x="2666587" y="5681909"/>
            <a:ext cx="1516793" cy="28725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05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14FF9E5-82BA-4623-9BCC-07F35DBABB70}"/>
              </a:ext>
            </a:extLst>
          </p:cNvPr>
          <p:cNvSpPr/>
          <p:nvPr/>
        </p:nvSpPr>
        <p:spPr>
          <a:xfrm>
            <a:off x="3988676" y="5681909"/>
            <a:ext cx="3184634" cy="28725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18D85B5C-3DA6-4411-AD6C-FB4F66C970AD}"/>
              </a:ext>
            </a:extLst>
          </p:cNvPr>
          <p:cNvSpPr/>
          <p:nvPr/>
        </p:nvSpPr>
        <p:spPr>
          <a:xfrm>
            <a:off x="7551184" y="5474756"/>
            <a:ext cx="1540142" cy="12570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2025-06-01T16:52:38Z</dcterms:modified>
</cp:coreProperties>
</file>