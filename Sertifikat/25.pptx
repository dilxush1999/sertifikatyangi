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348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9191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266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27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155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03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616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67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69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21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9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A783B6A3-6BEE-4BB0-81B0-704AC3CD0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43E6AFE-D966-46A9-AF72-019CB9C042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11" name="Rectangle 16">
            <a:extLst>
              <a:ext uri="{FF2B5EF4-FFF2-40B4-BE49-F238E27FC236}">
                <a16:creationId xmlns:a16="http://schemas.microsoft.com/office/drawing/2014/main" id="{861D93B4-30AF-4975-A05C-CE8398480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EB5F46FE-9B6E-4414-9540-A08E539AB440}"/>
              </a:ext>
            </a:extLst>
          </p:cNvPr>
          <p:cNvSpPr/>
          <p:nvPr/>
        </p:nvSpPr>
        <p:spPr>
          <a:xfrm>
            <a:off x="3028950" y="2917298"/>
            <a:ext cx="5686425" cy="4572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51E5B799-F7E0-4CE8-A38D-19993913891B}"/>
              </a:ext>
            </a:extLst>
          </p:cNvPr>
          <p:cNvSpPr/>
          <p:nvPr/>
        </p:nvSpPr>
        <p:spPr>
          <a:xfrm>
            <a:off x="3676650" y="3484172"/>
            <a:ext cx="475297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866F28D-EA37-41EB-9890-E683D1FF80F9}"/>
              </a:ext>
            </a:extLst>
          </p:cNvPr>
          <p:cNvSpPr/>
          <p:nvPr/>
        </p:nvSpPr>
        <p:spPr>
          <a:xfrm>
            <a:off x="5344510" y="5989305"/>
            <a:ext cx="3370865" cy="25383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2F710A65-5368-498C-94FD-0DF06C186D0C}"/>
              </a:ext>
            </a:extLst>
          </p:cNvPr>
          <p:cNvSpPr/>
          <p:nvPr/>
        </p:nvSpPr>
        <p:spPr>
          <a:xfrm>
            <a:off x="4125279" y="5407645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18</Words>
  <Application>Microsoft Office PowerPoint</Application>
  <PresentationFormat>Экран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7</cp:revision>
  <dcterms:created xsi:type="dcterms:W3CDTF">2025-05-19T15:28:49Z</dcterms:created>
  <dcterms:modified xsi:type="dcterms:W3CDTF">2025-06-01T18:29:44Z</dcterms:modified>
</cp:coreProperties>
</file>